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17"/>
  </p:notesMasterIdLst>
  <p:sldIdLst>
    <p:sldId id="257" r:id="rId5"/>
    <p:sldId id="369" r:id="rId6"/>
    <p:sldId id="374" r:id="rId7"/>
    <p:sldId id="375" r:id="rId8"/>
    <p:sldId id="373" r:id="rId9"/>
    <p:sldId id="372" r:id="rId10"/>
    <p:sldId id="371" r:id="rId11"/>
    <p:sldId id="330" r:id="rId12"/>
    <p:sldId id="367" r:id="rId13"/>
    <p:sldId id="368" r:id="rId14"/>
    <p:sldId id="370" r:id="rId15"/>
    <p:sldId id="278" r:id="rId16"/>
  </p:sldIdLst>
  <p:sldSz cx="12599988" cy="8999538"/>
  <p:notesSz cx="6858000" cy="9144000"/>
  <p:embeddedFontLst>
    <p:embeddedFont>
      <p:font typeface="Open Sans" panose="020B0606030504020204" pitchFamily="34" charset="0"/>
      <p:regular r:id="rId18"/>
      <p:bold r:id="rId19"/>
      <p:italic r:id="rId20"/>
      <p:boldItalic r:id="rId21"/>
    </p:embeddedFont>
    <p:embeddedFont>
      <p:font typeface="Poppins" panose="00000500000000000000" pitchFamily="2" charset="0"/>
      <p:regular r:id="rId22"/>
      <p:bold r:id="rId23"/>
      <p:italic r:id="rId24"/>
      <p:boldItalic r:id="rId25"/>
    </p:embeddedFont>
    <p:embeddedFont>
      <p:font typeface="Poppins 1 Bold" panose="020B0604020202020204" charset="0"/>
      <p:regular r:id="rId26"/>
    </p:embeddedFont>
    <p:embeddedFont>
      <p:font typeface="Poppins 2" panose="020B0604020202020204" charset="0"/>
      <p:regular r:id="rId27"/>
    </p:embeddedFont>
    <p:embeddedFont>
      <p:font typeface="Poppins 3" panose="020B0604020202020204" charset="0"/>
      <p:regular r:id="rId28"/>
    </p:embeddedFont>
    <p:embeddedFont>
      <p:font typeface="Segoe UI" panose="020B0502040204020203" pitchFamily="34" charset="0"/>
      <p:regular r:id="rId29"/>
      <p:bold r:id="rId30"/>
      <p:italic r:id="rId31"/>
      <p:boldItalic r:id="rId32"/>
    </p:embeddedFont>
  </p:embeddedFontLst>
  <p:defaultTextStyle>
    <a:defPPr>
      <a:defRPr lang="en-US"/>
    </a:defPPr>
    <a:lvl1pPr marL="0" algn="l" defTabSz="690299" rtl="0" eaLnBrk="1" latinLnBrk="0" hangingPunct="1">
      <a:defRPr sz="1359" kern="1200">
        <a:solidFill>
          <a:schemeClr val="tx1"/>
        </a:solidFill>
        <a:latin typeface="+mn-lt"/>
        <a:ea typeface="+mn-ea"/>
        <a:cs typeface="+mn-cs"/>
      </a:defRPr>
    </a:lvl1pPr>
    <a:lvl2pPr marL="345150" algn="l" defTabSz="690299" rtl="0" eaLnBrk="1" latinLnBrk="0" hangingPunct="1">
      <a:defRPr sz="1359" kern="1200">
        <a:solidFill>
          <a:schemeClr val="tx1"/>
        </a:solidFill>
        <a:latin typeface="+mn-lt"/>
        <a:ea typeface="+mn-ea"/>
        <a:cs typeface="+mn-cs"/>
      </a:defRPr>
    </a:lvl2pPr>
    <a:lvl3pPr marL="690299" algn="l" defTabSz="690299" rtl="0" eaLnBrk="1" latinLnBrk="0" hangingPunct="1">
      <a:defRPr sz="1359" kern="1200">
        <a:solidFill>
          <a:schemeClr val="tx1"/>
        </a:solidFill>
        <a:latin typeface="+mn-lt"/>
        <a:ea typeface="+mn-ea"/>
        <a:cs typeface="+mn-cs"/>
      </a:defRPr>
    </a:lvl3pPr>
    <a:lvl4pPr marL="1035454" algn="l" defTabSz="690299" rtl="0" eaLnBrk="1" latinLnBrk="0" hangingPunct="1">
      <a:defRPr sz="1359" kern="1200">
        <a:solidFill>
          <a:schemeClr val="tx1"/>
        </a:solidFill>
        <a:latin typeface="+mn-lt"/>
        <a:ea typeface="+mn-ea"/>
        <a:cs typeface="+mn-cs"/>
      </a:defRPr>
    </a:lvl4pPr>
    <a:lvl5pPr marL="1380603" algn="l" defTabSz="690299" rtl="0" eaLnBrk="1" latinLnBrk="0" hangingPunct="1">
      <a:defRPr sz="1359" kern="1200">
        <a:solidFill>
          <a:schemeClr val="tx1"/>
        </a:solidFill>
        <a:latin typeface="+mn-lt"/>
        <a:ea typeface="+mn-ea"/>
        <a:cs typeface="+mn-cs"/>
      </a:defRPr>
    </a:lvl5pPr>
    <a:lvl6pPr marL="1725756" algn="l" defTabSz="690299" rtl="0" eaLnBrk="1" latinLnBrk="0" hangingPunct="1">
      <a:defRPr sz="1359" kern="1200">
        <a:solidFill>
          <a:schemeClr val="tx1"/>
        </a:solidFill>
        <a:latin typeface="+mn-lt"/>
        <a:ea typeface="+mn-ea"/>
        <a:cs typeface="+mn-cs"/>
      </a:defRPr>
    </a:lvl6pPr>
    <a:lvl7pPr marL="2070904" algn="l" defTabSz="690299" rtl="0" eaLnBrk="1" latinLnBrk="0" hangingPunct="1">
      <a:defRPr sz="1359" kern="1200">
        <a:solidFill>
          <a:schemeClr val="tx1"/>
        </a:solidFill>
        <a:latin typeface="+mn-lt"/>
        <a:ea typeface="+mn-ea"/>
        <a:cs typeface="+mn-cs"/>
      </a:defRPr>
    </a:lvl7pPr>
    <a:lvl8pPr marL="2416059" algn="l" defTabSz="690299" rtl="0" eaLnBrk="1" latinLnBrk="0" hangingPunct="1">
      <a:defRPr sz="1359" kern="1200">
        <a:solidFill>
          <a:schemeClr val="tx1"/>
        </a:solidFill>
        <a:latin typeface="+mn-lt"/>
        <a:ea typeface="+mn-ea"/>
        <a:cs typeface="+mn-cs"/>
      </a:defRPr>
    </a:lvl8pPr>
    <a:lvl9pPr marL="2761205" algn="l" defTabSz="690299" rtl="0" eaLnBrk="1" latinLnBrk="0" hangingPunct="1">
      <a:defRPr sz="1359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89" userDrawn="1">
          <p15:clr>
            <a:srgbClr val="A4A3A4"/>
          </p15:clr>
        </p15:guide>
        <p15:guide id="2" pos="198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73" autoAdjust="0"/>
    <p:restoredTop sz="94622" autoAdjust="0"/>
  </p:normalViewPr>
  <p:slideViewPr>
    <p:cSldViewPr>
      <p:cViewPr>
        <p:scale>
          <a:sx n="150" d="100"/>
          <a:sy n="150" d="100"/>
        </p:scale>
        <p:origin x="408" y="-1350"/>
      </p:cViewPr>
      <p:guideLst>
        <p:guide orient="horz" pos="1889"/>
        <p:guide pos="19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customXml" Target="../customXml/item3.xml"/><Relationship Id="rId21" Type="http://schemas.openxmlformats.org/officeDocument/2006/relationships/font" Target="fonts/font4.fntdata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1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19.11.2025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774950" y="512763"/>
            <a:ext cx="35941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1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1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‹Nº›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90299" rtl="0" eaLnBrk="1" latinLnBrk="0" hangingPunct="1">
      <a:defRPr sz="906" kern="1200">
        <a:solidFill>
          <a:schemeClr val="tx1"/>
        </a:solidFill>
        <a:latin typeface="+mn-lt"/>
        <a:ea typeface="+mn-ea"/>
        <a:cs typeface="+mn-cs"/>
      </a:defRPr>
    </a:lvl1pPr>
    <a:lvl2pPr marL="345150" algn="l" defTabSz="690299" rtl="0" eaLnBrk="1" latinLnBrk="0" hangingPunct="1">
      <a:defRPr sz="906" kern="1200">
        <a:solidFill>
          <a:schemeClr val="tx1"/>
        </a:solidFill>
        <a:latin typeface="+mn-lt"/>
        <a:ea typeface="+mn-ea"/>
        <a:cs typeface="+mn-cs"/>
      </a:defRPr>
    </a:lvl2pPr>
    <a:lvl3pPr marL="690299" algn="l" defTabSz="690299" rtl="0" eaLnBrk="1" latinLnBrk="0" hangingPunct="1">
      <a:defRPr sz="906" kern="1200">
        <a:solidFill>
          <a:schemeClr val="tx1"/>
        </a:solidFill>
        <a:latin typeface="+mn-lt"/>
        <a:ea typeface="+mn-ea"/>
        <a:cs typeface="+mn-cs"/>
      </a:defRPr>
    </a:lvl3pPr>
    <a:lvl4pPr marL="1035454" algn="l" defTabSz="690299" rtl="0" eaLnBrk="1" latinLnBrk="0" hangingPunct="1">
      <a:defRPr sz="906" kern="1200">
        <a:solidFill>
          <a:schemeClr val="tx1"/>
        </a:solidFill>
        <a:latin typeface="+mn-lt"/>
        <a:ea typeface="+mn-ea"/>
        <a:cs typeface="+mn-cs"/>
      </a:defRPr>
    </a:lvl4pPr>
    <a:lvl5pPr marL="1380603" algn="l" defTabSz="690299" rtl="0" eaLnBrk="1" latinLnBrk="0" hangingPunct="1">
      <a:defRPr sz="906" kern="1200">
        <a:solidFill>
          <a:schemeClr val="tx1"/>
        </a:solidFill>
        <a:latin typeface="+mn-lt"/>
        <a:ea typeface="+mn-ea"/>
        <a:cs typeface="+mn-cs"/>
      </a:defRPr>
    </a:lvl5pPr>
    <a:lvl6pPr marL="1725756" algn="l" defTabSz="690299" rtl="0" eaLnBrk="1" latinLnBrk="0" hangingPunct="1">
      <a:defRPr sz="906" kern="1200">
        <a:solidFill>
          <a:schemeClr val="tx1"/>
        </a:solidFill>
        <a:latin typeface="+mn-lt"/>
        <a:ea typeface="+mn-ea"/>
        <a:cs typeface="+mn-cs"/>
      </a:defRPr>
    </a:lvl6pPr>
    <a:lvl7pPr marL="2070904" algn="l" defTabSz="690299" rtl="0" eaLnBrk="1" latinLnBrk="0" hangingPunct="1">
      <a:defRPr sz="906" kern="1200">
        <a:solidFill>
          <a:schemeClr val="tx1"/>
        </a:solidFill>
        <a:latin typeface="+mn-lt"/>
        <a:ea typeface="+mn-ea"/>
        <a:cs typeface="+mn-cs"/>
      </a:defRPr>
    </a:lvl7pPr>
    <a:lvl8pPr marL="2416059" algn="l" defTabSz="690299" rtl="0" eaLnBrk="1" latinLnBrk="0" hangingPunct="1">
      <a:defRPr sz="906" kern="1200">
        <a:solidFill>
          <a:schemeClr val="tx1"/>
        </a:solidFill>
        <a:latin typeface="+mn-lt"/>
        <a:ea typeface="+mn-ea"/>
        <a:cs typeface="+mn-cs"/>
      </a:defRPr>
    </a:lvl8pPr>
    <a:lvl9pPr marL="2761205" algn="l" defTabSz="690299" rtl="0" eaLnBrk="1" latinLnBrk="0" hangingPunct="1">
      <a:defRPr sz="90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2508" y="1863815"/>
            <a:ext cx="5354996" cy="128604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5010" y="3399842"/>
            <a:ext cx="4409997" cy="1533257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7664" y="3855377"/>
            <a:ext cx="5354996" cy="1191603"/>
          </a:xfrm>
        </p:spPr>
        <p:txBody>
          <a:bodyPr anchor="t"/>
          <a:lstStyle>
            <a:lvl1pPr algn="l">
              <a:defRPr sz="4005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7664" y="2542931"/>
            <a:ext cx="5354996" cy="1312433"/>
          </a:xfrm>
        </p:spPr>
        <p:txBody>
          <a:bodyPr anchor="b"/>
          <a:lstStyle>
            <a:lvl1pPr marL="0" indent="0">
              <a:buNone/>
              <a:defRPr sz="1993">
                <a:solidFill>
                  <a:schemeClr val="tx1">
                    <a:tint val="75000"/>
                  </a:schemeClr>
                </a:solidFill>
              </a:defRPr>
            </a:lvl1pPr>
            <a:lvl2pPr marL="457188" indent="0">
              <a:buNone/>
              <a:defRPr sz="1801">
                <a:solidFill>
                  <a:schemeClr val="tx1">
                    <a:tint val="75000"/>
                  </a:schemeClr>
                </a:solidFill>
              </a:defRPr>
            </a:lvl2pPr>
            <a:lvl3pPr marL="914394" indent="0">
              <a:buNone/>
              <a:defRPr sz="1604">
                <a:solidFill>
                  <a:schemeClr val="tx1">
                    <a:tint val="75000"/>
                  </a:schemeClr>
                </a:solidFill>
              </a:defRPr>
            </a:lvl3pPr>
            <a:lvl4pPr marL="1371582" indent="0">
              <a:buNone/>
              <a:defRPr sz="1501">
                <a:solidFill>
                  <a:schemeClr val="tx1">
                    <a:tint val="75000"/>
                  </a:schemeClr>
                </a:solidFill>
              </a:defRPr>
            </a:lvl4pPr>
            <a:lvl5pPr marL="1828783" indent="0">
              <a:buNone/>
              <a:defRPr sz="1501">
                <a:solidFill>
                  <a:schemeClr val="tx1">
                    <a:tint val="75000"/>
                  </a:schemeClr>
                </a:solidFill>
              </a:defRPr>
            </a:lvl5pPr>
            <a:lvl6pPr marL="2285972" indent="0">
              <a:buNone/>
              <a:defRPr sz="1501">
                <a:solidFill>
                  <a:schemeClr val="tx1">
                    <a:tint val="75000"/>
                  </a:schemeClr>
                </a:solidFill>
              </a:defRPr>
            </a:lvl6pPr>
            <a:lvl7pPr marL="2743177" indent="0">
              <a:buNone/>
              <a:defRPr sz="1501">
                <a:solidFill>
                  <a:schemeClr val="tx1">
                    <a:tint val="75000"/>
                  </a:schemeClr>
                </a:solidFill>
              </a:defRPr>
            </a:lvl7pPr>
            <a:lvl8pPr marL="3200367" indent="0">
              <a:buNone/>
              <a:defRPr sz="1501">
                <a:solidFill>
                  <a:schemeClr val="tx1">
                    <a:tint val="75000"/>
                  </a:schemeClr>
                </a:solidFill>
              </a:defRPr>
            </a:lvl8pPr>
            <a:lvl9pPr marL="3657554" indent="0">
              <a:buNone/>
              <a:defRPr sz="15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5008" y="1399944"/>
            <a:ext cx="2782500" cy="3959521"/>
          </a:xfrm>
        </p:spPr>
        <p:txBody>
          <a:bodyPr/>
          <a:lstStyle>
            <a:lvl1pPr>
              <a:defRPr sz="2804"/>
            </a:lvl1pPr>
            <a:lvl2pPr>
              <a:defRPr sz="2398"/>
            </a:lvl2pPr>
            <a:lvl3pPr>
              <a:defRPr sz="1993"/>
            </a:lvl3pPr>
            <a:lvl4pPr>
              <a:defRPr sz="1801"/>
            </a:lvl4pPr>
            <a:lvl5pPr>
              <a:defRPr sz="1801"/>
            </a:lvl5pPr>
            <a:lvl6pPr>
              <a:defRPr sz="1801"/>
            </a:lvl6pPr>
            <a:lvl7pPr>
              <a:defRPr sz="1801"/>
            </a:lvl7pPr>
            <a:lvl8pPr>
              <a:defRPr sz="1801"/>
            </a:lvl8pPr>
            <a:lvl9pPr>
              <a:defRPr sz="180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02502" y="1399944"/>
            <a:ext cx="2782500" cy="3959521"/>
          </a:xfrm>
        </p:spPr>
        <p:txBody>
          <a:bodyPr/>
          <a:lstStyle>
            <a:lvl1pPr>
              <a:defRPr sz="2804"/>
            </a:lvl1pPr>
            <a:lvl2pPr>
              <a:defRPr sz="2398"/>
            </a:lvl2pPr>
            <a:lvl3pPr>
              <a:defRPr sz="1993"/>
            </a:lvl3pPr>
            <a:lvl4pPr>
              <a:defRPr sz="1801"/>
            </a:lvl4pPr>
            <a:lvl5pPr>
              <a:defRPr sz="1801"/>
            </a:lvl5pPr>
            <a:lvl6pPr>
              <a:defRPr sz="1801"/>
            </a:lvl6pPr>
            <a:lvl7pPr>
              <a:defRPr sz="1801"/>
            </a:lvl7pPr>
            <a:lvl8pPr>
              <a:defRPr sz="1801"/>
            </a:lvl8pPr>
            <a:lvl9pPr>
              <a:defRPr sz="180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5012" y="1342997"/>
            <a:ext cx="2783591" cy="559695"/>
          </a:xfrm>
        </p:spPr>
        <p:txBody>
          <a:bodyPr anchor="b"/>
          <a:lstStyle>
            <a:lvl1pPr marL="0" indent="0">
              <a:buNone/>
              <a:defRPr sz="2398" b="1"/>
            </a:lvl1pPr>
            <a:lvl2pPr marL="457188" indent="0">
              <a:buNone/>
              <a:defRPr sz="1993" b="1"/>
            </a:lvl2pPr>
            <a:lvl3pPr marL="914394" indent="0">
              <a:buNone/>
              <a:defRPr sz="1801" b="1"/>
            </a:lvl3pPr>
            <a:lvl4pPr marL="1371582" indent="0">
              <a:buNone/>
              <a:defRPr sz="1604" b="1"/>
            </a:lvl4pPr>
            <a:lvl5pPr marL="1828783" indent="0">
              <a:buNone/>
              <a:defRPr sz="1604" b="1"/>
            </a:lvl5pPr>
            <a:lvl6pPr marL="2285972" indent="0">
              <a:buNone/>
              <a:defRPr sz="1604" b="1"/>
            </a:lvl6pPr>
            <a:lvl7pPr marL="2743177" indent="0">
              <a:buNone/>
              <a:defRPr sz="1604" b="1"/>
            </a:lvl7pPr>
            <a:lvl8pPr marL="3200367" indent="0">
              <a:buNone/>
              <a:defRPr sz="1604" b="1"/>
            </a:lvl8pPr>
            <a:lvl9pPr marL="3657554" indent="0">
              <a:buNone/>
              <a:defRPr sz="160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5012" y="1902681"/>
            <a:ext cx="2783591" cy="3456773"/>
          </a:xfrm>
        </p:spPr>
        <p:txBody>
          <a:bodyPr/>
          <a:lstStyle>
            <a:lvl1pPr>
              <a:defRPr sz="2398"/>
            </a:lvl1pPr>
            <a:lvl2pPr>
              <a:defRPr sz="1993"/>
            </a:lvl2pPr>
            <a:lvl3pPr>
              <a:defRPr sz="1801"/>
            </a:lvl3pPr>
            <a:lvl4pPr>
              <a:defRPr sz="1604"/>
            </a:lvl4pPr>
            <a:lvl5pPr>
              <a:defRPr sz="1604"/>
            </a:lvl5pPr>
            <a:lvl6pPr>
              <a:defRPr sz="1604"/>
            </a:lvl6pPr>
            <a:lvl7pPr>
              <a:defRPr sz="1604"/>
            </a:lvl7pPr>
            <a:lvl8pPr>
              <a:defRPr sz="1604"/>
            </a:lvl8pPr>
            <a:lvl9pPr>
              <a:defRPr sz="160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00315" y="1342997"/>
            <a:ext cx="2784686" cy="559695"/>
          </a:xfrm>
        </p:spPr>
        <p:txBody>
          <a:bodyPr anchor="b"/>
          <a:lstStyle>
            <a:lvl1pPr marL="0" indent="0">
              <a:buNone/>
              <a:defRPr sz="2398" b="1"/>
            </a:lvl1pPr>
            <a:lvl2pPr marL="457188" indent="0">
              <a:buNone/>
              <a:defRPr sz="1993" b="1"/>
            </a:lvl2pPr>
            <a:lvl3pPr marL="914394" indent="0">
              <a:buNone/>
              <a:defRPr sz="1801" b="1"/>
            </a:lvl3pPr>
            <a:lvl4pPr marL="1371582" indent="0">
              <a:buNone/>
              <a:defRPr sz="1604" b="1"/>
            </a:lvl4pPr>
            <a:lvl5pPr marL="1828783" indent="0">
              <a:buNone/>
              <a:defRPr sz="1604" b="1"/>
            </a:lvl5pPr>
            <a:lvl6pPr marL="2285972" indent="0">
              <a:buNone/>
              <a:defRPr sz="1604" b="1"/>
            </a:lvl6pPr>
            <a:lvl7pPr marL="2743177" indent="0">
              <a:buNone/>
              <a:defRPr sz="1604" b="1"/>
            </a:lvl7pPr>
            <a:lvl8pPr marL="3200367" indent="0">
              <a:buNone/>
              <a:defRPr sz="1604" b="1"/>
            </a:lvl8pPr>
            <a:lvl9pPr marL="3657554" indent="0">
              <a:buNone/>
              <a:defRPr sz="160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200315" y="1902681"/>
            <a:ext cx="2784686" cy="3456773"/>
          </a:xfrm>
        </p:spPr>
        <p:txBody>
          <a:bodyPr/>
          <a:lstStyle>
            <a:lvl1pPr>
              <a:defRPr sz="2398"/>
            </a:lvl1pPr>
            <a:lvl2pPr>
              <a:defRPr sz="1993"/>
            </a:lvl2pPr>
            <a:lvl3pPr>
              <a:defRPr sz="1801"/>
            </a:lvl3pPr>
            <a:lvl4pPr>
              <a:defRPr sz="1604"/>
            </a:lvl4pPr>
            <a:lvl5pPr>
              <a:defRPr sz="1604"/>
            </a:lvl5pPr>
            <a:lvl6pPr>
              <a:defRPr sz="1604"/>
            </a:lvl6pPr>
            <a:lvl7pPr>
              <a:defRPr sz="1604"/>
            </a:lvl7pPr>
            <a:lvl8pPr>
              <a:defRPr sz="1604"/>
            </a:lvl8pPr>
            <a:lvl9pPr>
              <a:defRPr sz="160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09" y="238895"/>
            <a:ext cx="2072656" cy="1016611"/>
          </a:xfrm>
        </p:spPr>
        <p:txBody>
          <a:bodyPr anchor="b"/>
          <a:lstStyle>
            <a:lvl1pPr algn="l">
              <a:defRPr sz="199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63136" y="238893"/>
            <a:ext cx="3521872" cy="5120574"/>
          </a:xfrm>
        </p:spPr>
        <p:txBody>
          <a:bodyPr/>
          <a:lstStyle>
            <a:lvl1pPr>
              <a:defRPr sz="3196"/>
            </a:lvl1pPr>
            <a:lvl2pPr>
              <a:defRPr sz="2804"/>
            </a:lvl2pPr>
            <a:lvl3pPr>
              <a:defRPr sz="2398"/>
            </a:lvl3pPr>
            <a:lvl4pPr>
              <a:defRPr sz="1993"/>
            </a:lvl4pPr>
            <a:lvl5pPr>
              <a:defRPr sz="1993"/>
            </a:lvl5pPr>
            <a:lvl6pPr>
              <a:defRPr sz="1993"/>
            </a:lvl6pPr>
            <a:lvl7pPr>
              <a:defRPr sz="1993"/>
            </a:lvl7pPr>
            <a:lvl8pPr>
              <a:defRPr sz="1993"/>
            </a:lvl8pPr>
            <a:lvl9pPr>
              <a:defRPr sz="199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5009" y="1255505"/>
            <a:ext cx="2072656" cy="4103954"/>
          </a:xfrm>
        </p:spPr>
        <p:txBody>
          <a:bodyPr/>
          <a:lstStyle>
            <a:lvl1pPr marL="0" indent="0">
              <a:buNone/>
              <a:defRPr sz="1501"/>
            </a:lvl1pPr>
            <a:lvl2pPr marL="457188" indent="0">
              <a:buNone/>
              <a:defRPr sz="1501"/>
            </a:lvl2pPr>
            <a:lvl3pPr marL="914394" indent="0">
              <a:buNone/>
              <a:defRPr sz="1501"/>
            </a:lvl3pPr>
            <a:lvl4pPr marL="1371582" indent="0">
              <a:buNone/>
              <a:defRPr sz="1501"/>
            </a:lvl4pPr>
            <a:lvl5pPr marL="1828783" indent="0">
              <a:buNone/>
              <a:defRPr sz="1501"/>
            </a:lvl5pPr>
            <a:lvl6pPr marL="2285972" indent="0">
              <a:buNone/>
              <a:defRPr sz="1501"/>
            </a:lvl6pPr>
            <a:lvl7pPr marL="2743177" indent="0">
              <a:buNone/>
              <a:defRPr sz="1501"/>
            </a:lvl7pPr>
            <a:lvl8pPr marL="3200367" indent="0">
              <a:buNone/>
              <a:defRPr sz="1501"/>
            </a:lvl8pPr>
            <a:lvl9pPr marL="3657554" indent="0">
              <a:buNone/>
              <a:defRPr sz="150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4849" y="4199803"/>
            <a:ext cx="3779996" cy="495811"/>
          </a:xfrm>
        </p:spPr>
        <p:txBody>
          <a:bodyPr anchor="b"/>
          <a:lstStyle>
            <a:lvl1pPr algn="l">
              <a:defRPr sz="199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234849" y="536085"/>
            <a:ext cx="3779996" cy="3599815"/>
          </a:xfrm>
        </p:spPr>
        <p:txBody>
          <a:bodyPr/>
          <a:lstStyle>
            <a:lvl1pPr marL="0" indent="0">
              <a:buNone/>
              <a:defRPr sz="3196"/>
            </a:lvl1pPr>
            <a:lvl2pPr marL="457188" indent="0">
              <a:buNone/>
              <a:defRPr sz="2804"/>
            </a:lvl2pPr>
            <a:lvl3pPr marL="914394" indent="0">
              <a:buNone/>
              <a:defRPr sz="2398"/>
            </a:lvl3pPr>
            <a:lvl4pPr marL="1371582" indent="0">
              <a:buNone/>
              <a:defRPr sz="1993"/>
            </a:lvl4pPr>
            <a:lvl5pPr marL="1828783" indent="0">
              <a:buNone/>
              <a:defRPr sz="1993"/>
            </a:lvl5pPr>
            <a:lvl6pPr marL="2285972" indent="0">
              <a:buNone/>
              <a:defRPr sz="1993"/>
            </a:lvl6pPr>
            <a:lvl7pPr marL="2743177" indent="0">
              <a:buNone/>
              <a:defRPr sz="1993"/>
            </a:lvl7pPr>
            <a:lvl8pPr marL="3200367" indent="0">
              <a:buNone/>
              <a:defRPr sz="1993"/>
            </a:lvl8pPr>
            <a:lvl9pPr marL="3657554" indent="0">
              <a:buNone/>
              <a:defRPr sz="199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4849" y="4695611"/>
            <a:ext cx="3779996" cy="704127"/>
          </a:xfrm>
        </p:spPr>
        <p:txBody>
          <a:bodyPr/>
          <a:lstStyle>
            <a:lvl1pPr marL="0" indent="0">
              <a:buNone/>
              <a:defRPr sz="1501"/>
            </a:lvl1pPr>
            <a:lvl2pPr marL="457188" indent="0">
              <a:buNone/>
              <a:defRPr sz="1501"/>
            </a:lvl2pPr>
            <a:lvl3pPr marL="914394" indent="0">
              <a:buNone/>
              <a:defRPr sz="1501"/>
            </a:lvl3pPr>
            <a:lvl4pPr marL="1371582" indent="0">
              <a:buNone/>
              <a:defRPr sz="1501"/>
            </a:lvl4pPr>
            <a:lvl5pPr marL="1828783" indent="0">
              <a:buNone/>
              <a:defRPr sz="1501"/>
            </a:lvl5pPr>
            <a:lvl6pPr marL="2285972" indent="0">
              <a:buNone/>
              <a:defRPr sz="1501"/>
            </a:lvl6pPr>
            <a:lvl7pPr marL="2743177" indent="0">
              <a:buNone/>
              <a:defRPr sz="1501"/>
            </a:lvl7pPr>
            <a:lvl8pPr marL="3200367" indent="0">
              <a:buNone/>
              <a:defRPr sz="1501"/>
            </a:lvl8pPr>
            <a:lvl9pPr marL="3657554" indent="0">
              <a:buNone/>
              <a:defRPr sz="150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567498" y="240267"/>
            <a:ext cx="1417502" cy="511918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15006" y="240267"/>
            <a:ext cx="4147498" cy="511918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5012" y="240264"/>
            <a:ext cx="5669997" cy="9999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5012" y="1399944"/>
            <a:ext cx="5669997" cy="39595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15002" y="5560833"/>
            <a:ext cx="1470001" cy="3194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0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52510" y="5560833"/>
            <a:ext cx="1994997" cy="3194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0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514997" y="5560833"/>
            <a:ext cx="1470001" cy="3194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0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394" rtl="0" eaLnBrk="1" latinLnBrk="0" hangingPunct="1">
        <a:spcBef>
          <a:spcPct val="0"/>
        </a:spcBef>
        <a:buNone/>
        <a:defRPr sz="439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1" indent="-342901" algn="l" defTabSz="914394" rtl="0" eaLnBrk="1" latinLnBrk="0" hangingPunct="1">
        <a:spcBef>
          <a:spcPct val="20000"/>
        </a:spcBef>
        <a:buFont typeface="Arial" pitchFamily="34" charset="0"/>
        <a:buChar char="•"/>
        <a:defRPr sz="3196" kern="1200">
          <a:solidFill>
            <a:schemeClr val="tx1"/>
          </a:solidFill>
          <a:latin typeface="+mn-lt"/>
          <a:ea typeface="+mn-ea"/>
          <a:cs typeface="+mn-cs"/>
        </a:defRPr>
      </a:lvl1pPr>
      <a:lvl2pPr marL="742944" indent="-285753" algn="l" defTabSz="914394" rtl="0" eaLnBrk="1" latinLnBrk="0" hangingPunct="1">
        <a:spcBef>
          <a:spcPct val="20000"/>
        </a:spcBef>
        <a:buFont typeface="Arial" pitchFamily="34" charset="0"/>
        <a:buChar char="–"/>
        <a:defRPr sz="2804" kern="1200">
          <a:solidFill>
            <a:schemeClr val="tx1"/>
          </a:solidFill>
          <a:latin typeface="+mn-lt"/>
          <a:ea typeface="+mn-ea"/>
          <a:cs typeface="+mn-cs"/>
        </a:defRPr>
      </a:lvl2pPr>
      <a:lvl3pPr marL="1142986" indent="-228593" algn="l" defTabSz="914394" rtl="0" eaLnBrk="1" latinLnBrk="0" hangingPunct="1">
        <a:spcBef>
          <a:spcPct val="20000"/>
        </a:spcBef>
        <a:buFont typeface="Arial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600174" indent="-228593" algn="l" defTabSz="914394" rtl="0" eaLnBrk="1" latinLnBrk="0" hangingPunct="1">
        <a:spcBef>
          <a:spcPct val="20000"/>
        </a:spcBef>
        <a:buFont typeface="Arial" pitchFamily="34" charset="0"/>
        <a:buChar char="–"/>
        <a:defRPr sz="1993" kern="1200">
          <a:solidFill>
            <a:schemeClr val="tx1"/>
          </a:solidFill>
          <a:latin typeface="+mn-lt"/>
          <a:ea typeface="+mn-ea"/>
          <a:cs typeface="+mn-cs"/>
        </a:defRPr>
      </a:lvl4pPr>
      <a:lvl5pPr marL="2057380" indent="-228593" algn="l" defTabSz="914394" rtl="0" eaLnBrk="1" latinLnBrk="0" hangingPunct="1">
        <a:spcBef>
          <a:spcPct val="20000"/>
        </a:spcBef>
        <a:buFont typeface="Arial" pitchFamily="34" charset="0"/>
        <a:buChar char="»"/>
        <a:defRPr sz="1993" kern="1200">
          <a:solidFill>
            <a:schemeClr val="tx1"/>
          </a:solidFill>
          <a:latin typeface="+mn-lt"/>
          <a:ea typeface="+mn-ea"/>
          <a:cs typeface="+mn-cs"/>
        </a:defRPr>
      </a:lvl5pPr>
      <a:lvl6pPr marL="2514569" indent="-228593" algn="l" defTabSz="914394" rtl="0" eaLnBrk="1" latinLnBrk="0" hangingPunct="1">
        <a:spcBef>
          <a:spcPct val="20000"/>
        </a:spcBef>
        <a:buFont typeface="Arial" pitchFamily="34" charset="0"/>
        <a:buChar char="•"/>
        <a:defRPr sz="1993" kern="1200">
          <a:solidFill>
            <a:schemeClr val="tx1"/>
          </a:solidFill>
          <a:latin typeface="+mn-lt"/>
          <a:ea typeface="+mn-ea"/>
          <a:cs typeface="+mn-cs"/>
        </a:defRPr>
      </a:lvl6pPr>
      <a:lvl7pPr marL="2971770" indent="-228593" algn="l" defTabSz="914394" rtl="0" eaLnBrk="1" latinLnBrk="0" hangingPunct="1">
        <a:spcBef>
          <a:spcPct val="20000"/>
        </a:spcBef>
        <a:buFont typeface="Arial" pitchFamily="34" charset="0"/>
        <a:buChar char="•"/>
        <a:defRPr sz="1993" kern="1200">
          <a:solidFill>
            <a:schemeClr val="tx1"/>
          </a:solidFill>
          <a:latin typeface="+mn-lt"/>
          <a:ea typeface="+mn-ea"/>
          <a:cs typeface="+mn-cs"/>
        </a:defRPr>
      </a:lvl7pPr>
      <a:lvl8pPr marL="3428963" indent="-228593" algn="l" defTabSz="914394" rtl="0" eaLnBrk="1" latinLnBrk="0" hangingPunct="1">
        <a:spcBef>
          <a:spcPct val="20000"/>
        </a:spcBef>
        <a:buFont typeface="Arial" pitchFamily="34" charset="0"/>
        <a:buChar char="•"/>
        <a:defRPr sz="1993" kern="1200">
          <a:solidFill>
            <a:schemeClr val="tx1"/>
          </a:solidFill>
          <a:latin typeface="+mn-lt"/>
          <a:ea typeface="+mn-ea"/>
          <a:cs typeface="+mn-cs"/>
        </a:defRPr>
      </a:lvl8pPr>
      <a:lvl9pPr marL="3886148" indent="-228593" algn="l" defTabSz="914394" rtl="0" eaLnBrk="1" latinLnBrk="0" hangingPunct="1">
        <a:spcBef>
          <a:spcPct val="20000"/>
        </a:spcBef>
        <a:buFont typeface="Arial" pitchFamily="34" charset="0"/>
        <a:buChar char="•"/>
        <a:defRPr sz="199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9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188" algn="l" defTabSz="91439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394" algn="l" defTabSz="91439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582" algn="l" defTabSz="91439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783" algn="l" defTabSz="91439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5972" algn="l" defTabSz="91439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177" algn="l" defTabSz="91439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367" algn="l" defTabSz="91439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554" algn="l" defTabSz="91439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6" Type="http://schemas.openxmlformats.org/officeDocument/2006/relationships/image" Target="../media/image8.png"/><Relationship Id="rId5" Type="http://schemas.openxmlformats.org/officeDocument/2006/relationships/image" Target="../media/image5.svg"/><Relationship Id="rId4" Type="http://schemas.openxmlformats.org/officeDocument/2006/relationships/image" Target="../media/image2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Relationship Id="rId5" Type="http://schemas.openxmlformats.org/officeDocument/2006/relationships/image" Target="../media/image5.sv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Relationship Id="rId5" Type="http://schemas.openxmlformats.org/officeDocument/2006/relationships/image" Target="../media/image5.sv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Relationship Id="rId5" Type="http://schemas.openxmlformats.org/officeDocument/2006/relationships/image" Target="../media/image5.sv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Relationship Id="rId6" Type="http://schemas.openxmlformats.org/officeDocument/2006/relationships/image" Target="../media/image12.png"/><Relationship Id="rId11" Type="http://schemas.openxmlformats.org/officeDocument/2006/relationships/image" Target="../media/image17.svg"/><Relationship Id="rId5" Type="http://schemas.openxmlformats.org/officeDocument/2006/relationships/image" Target="../media/image5.svg"/><Relationship Id="rId10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Relationship Id="rId6" Type="http://schemas.openxmlformats.org/officeDocument/2006/relationships/image" Target="../media/image12.png"/><Relationship Id="rId11" Type="http://schemas.openxmlformats.org/officeDocument/2006/relationships/image" Target="../media/image17.svg"/><Relationship Id="rId5" Type="http://schemas.openxmlformats.org/officeDocument/2006/relationships/image" Target="../media/image5.svg"/><Relationship Id="rId10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9.png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image" Target="../media/image5.svg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9.png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image" Target="../media/image5.svg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tags" Target="../tags/tag14.xml"/><Relationship Id="rId7" Type="http://schemas.openxmlformats.org/officeDocument/2006/relationships/image" Target="../media/image2.png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15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instagram.com/enyoi.co/" TargetMode="External"/><Relationship Id="rId13" Type="http://schemas.openxmlformats.org/officeDocument/2006/relationships/image" Target="../media/image29.svg"/><Relationship Id="rId3" Type="http://schemas.openxmlformats.org/officeDocument/2006/relationships/image" Target="../media/image5.svg"/><Relationship Id="rId7" Type="http://schemas.openxmlformats.org/officeDocument/2006/relationships/image" Target="../media/image25.svg"/><Relationship Id="rId12" Type="http://schemas.openxmlformats.org/officeDocument/2006/relationships/image" Target="../media/image28.png"/><Relationship Id="rId17" Type="http://schemas.openxmlformats.org/officeDocument/2006/relationships/image" Target="../media/image1.png"/><Relationship Id="rId2" Type="http://schemas.openxmlformats.org/officeDocument/2006/relationships/image" Target="../media/image2.png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hyperlink" Target="http://www.enyoi.co" TargetMode="External"/><Relationship Id="rId5" Type="http://schemas.openxmlformats.org/officeDocument/2006/relationships/hyperlink" Target="https://wa.me/573206649412" TargetMode="External"/><Relationship Id="rId15" Type="http://schemas.openxmlformats.org/officeDocument/2006/relationships/hyperlink" Target="https://www.tiktok.com/@enyoi.co" TargetMode="External"/><Relationship Id="rId10" Type="http://schemas.openxmlformats.org/officeDocument/2006/relationships/image" Target="../media/image27.svg"/><Relationship Id="rId4" Type="http://schemas.openxmlformats.org/officeDocument/2006/relationships/hyperlink" Target="mailto:eduardo.tamayo@enyoi.co" TargetMode="External"/><Relationship Id="rId9" Type="http://schemas.openxmlformats.org/officeDocument/2006/relationships/image" Target="../media/image26.png"/><Relationship Id="rId1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92391" y="328010"/>
            <a:ext cx="2242514" cy="851674"/>
          </a:xfrm>
          <a:custGeom>
            <a:avLst/>
            <a:gdLst/>
            <a:ahLst/>
            <a:cxnLst/>
            <a:rect l="l" t="t" r="r" b="b"/>
            <a:pathLst>
              <a:path w="3457174" h="1382870">
                <a:moveTo>
                  <a:pt x="0" y="0"/>
                </a:moveTo>
                <a:lnTo>
                  <a:pt x="3457174" y="0"/>
                </a:lnTo>
                <a:lnTo>
                  <a:pt x="3457174" y="1382870"/>
                </a:lnTo>
                <a:lnTo>
                  <a:pt x="0" y="13828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 sz="1501"/>
          </a:p>
        </p:txBody>
      </p:sp>
      <p:grpSp>
        <p:nvGrpSpPr>
          <p:cNvPr id="3" name="Group 3"/>
          <p:cNvGrpSpPr/>
          <p:nvPr/>
        </p:nvGrpSpPr>
        <p:grpSpPr>
          <a:xfrm rot="-10800000">
            <a:off x="6656370" y="0"/>
            <a:ext cx="5943618" cy="8807098"/>
            <a:chOff x="0" y="0"/>
            <a:chExt cx="2079525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79525" cy="2709333"/>
            </a:xfrm>
            <a:custGeom>
              <a:avLst/>
              <a:gdLst/>
              <a:ahLst/>
              <a:cxnLst/>
              <a:rect l="l" t="t" r="r" b="b"/>
              <a:pathLst>
                <a:path w="2079525" h="2709333">
                  <a:moveTo>
                    <a:pt x="0" y="0"/>
                  </a:moveTo>
                  <a:lnTo>
                    <a:pt x="2079525" y="0"/>
                  </a:lnTo>
                  <a:lnTo>
                    <a:pt x="2079525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6B1374">
                    <a:alpha val="100000"/>
                  </a:srgbClr>
                </a:gs>
                <a:gs pos="33333">
                  <a:srgbClr val="700A89">
                    <a:alpha val="100000"/>
                  </a:srgbClr>
                </a:gs>
                <a:gs pos="66667">
                  <a:srgbClr val="C20052">
                    <a:alpha val="100000"/>
                  </a:srgbClr>
                </a:gs>
                <a:gs pos="100000">
                  <a:srgbClr val="FF0055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s-CO" sz="1501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079525" cy="2747433"/>
            </a:xfrm>
            <a:prstGeom prst="rect">
              <a:avLst/>
            </a:prstGeom>
          </p:spPr>
          <p:txBody>
            <a:bodyPr lIns="50806" tIns="50806" rIns="50806" bIns="50806" rtlCol="0" anchor="ctr"/>
            <a:lstStyle/>
            <a:p>
              <a:pPr algn="ctr">
                <a:lnSpc>
                  <a:spcPts val="2656"/>
                </a:lnSpc>
                <a:spcBef>
                  <a:spcPct val="0"/>
                </a:spcBef>
              </a:pPr>
              <a:endParaRPr sz="1501"/>
            </a:p>
          </p:txBody>
        </p:sp>
      </p:grpSp>
      <p:sp>
        <p:nvSpPr>
          <p:cNvPr id="6" name="Freeform 6"/>
          <p:cNvSpPr/>
          <p:nvPr/>
        </p:nvSpPr>
        <p:spPr>
          <a:xfrm>
            <a:off x="7059072" y="3909752"/>
            <a:ext cx="4777514" cy="4687936"/>
          </a:xfrm>
          <a:custGeom>
            <a:avLst/>
            <a:gdLst/>
            <a:ahLst/>
            <a:cxnLst/>
            <a:rect l="l" t="t" r="r" b="b"/>
            <a:pathLst>
              <a:path w="4777510" h="4687932">
                <a:moveTo>
                  <a:pt x="0" y="0"/>
                </a:moveTo>
                <a:lnTo>
                  <a:pt x="4777511" y="0"/>
                </a:lnTo>
                <a:lnTo>
                  <a:pt x="4777511" y="4687932"/>
                </a:lnTo>
                <a:lnTo>
                  <a:pt x="0" y="46879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 sz="1501"/>
          </a:p>
        </p:txBody>
      </p:sp>
      <p:sp>
        <p:nvSpPr>
          <p:cNvPr id="7" name="Freeform 7"/>
          <p:cNvSpPr/>
          <p:nvPr/>
        </p:nvSpPr>
        <p:spPr>
          <a:xfrm rot="-10800000">
            <a:off x="9155509" y="-902465"/>
            <a:ext cx="4777514" cy="4687936"/>
          </a:xfrm>
          <a:custGeom>
            <a:avLst/>
            <a:gdLst/>
            <a:ahLst/>
            <a:cxnLst/>
            <a:rect l="l" t="t" r="r" b="b"/>
            <a:pathLst>
              <a:path w="4777510" h="4687932">
                <a:moveTo>
                  <a:pt x="0" y="0"/>
                </a:moveTo>
                <a:lnTo>
                  <a:pt x="4777510" y="0"/>
                </a:lnTo>
                <a:lnTo>
                  <a:pt x="4777510" y="4687932"/>
                </a:lnTo>
                <a:lnTo>
                  <a:pt x="0" y="46879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 sz="1501"/>
          </a:p>
        </p:txBody>
      </p:sp>
      <p:grpSp>
        <p:nvGrpSpPr>
          <p:cNvPr id="8" name="Group 8"/>
          <p:cNvGrpSpPr/>
          <p:nvPr/>
        </p:nvGrpSpPr>
        <p:grpSpPr>
          <a:xfrm rot="1460314">
            <a:off x="6586865" y="2931283"/>
            <a:ext cx="7356554" cy="1249124"/>
            <a:chOff x="0" y="0"/>
            <a:chExt cx="1937529" cy="32898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37528" cy="328988"/>
            </a:xfrm>
            <a:custGeom>
              <a:avLst/>
              <a:gdLst/>
              <a:ahLst/>
              <a:cxnLst/>
              <a:rect l="l" t="t" r="r" b="b"/>
              <a:pathLst>
                <a:path w="1937528" h="328988">
                  <a:moveTo>
                    <a:pt x="105238" y="0"/>
                  </a:moveTo>
                  <a:lnTo>
                    <a:pt x="1832290" y="0"/>
                  </a:lnTo>
                  <a:cubicBezTo>
                    <a:pt x="1860201" y="0"/>
                    <a:pt x="1886969" y="11088"/>
                    <a:pt x="1906705" y="30824"/>
                  </a:cubicBezTo>
                  <a:cubicBezTo>
                    <a:pt x="1926441" y="50560"/>
                    <a:pt x="1937528" y="77327"/>
                    <a:pt x="1937528" y="105238"/>
                  </a:cubicBezTo>
                  <a:lnTo>
                    <a:pt x="1937528" y="223749"/>
                  </a:lnTo>
                  <a:cubicBezTo>
                    <a:pt x="1937528" y="281871"/>
                    <a:pt x="1890412" y="328988"/>
                    <a:pt x="1832290" y="328988"/>
                  </a:cubicBezTo>
                  <a:lnTo>
                    <a:pt x="105238" y="328988"/>
                  </a:lnTo>
                  <a:cubicBezTo>
                    <a:pt x="77327" y="328988"/>
                    <a:pt x="50560" y="317900"/>
                    <a:pt x="30824" y="298164"/>
                  </a:cubicBezTo>
                  <a:cubicBezTo>
                    <a:pt x="11088" y="278428"/>
                    <a:pt x="0" y="251660"/>
                    <a:pt x="0" y="223749"/>
                  </a:cubicBezTo>
                  <a:lnTo>
                    <a:pt x="0" y="105238"/>
                  </a:lnTo>
                  <a:cubicBezTo>
                    <a:pt x="0" y="47117"/>
                    <a:pt x="47117" y="0"/>
                    <a:pt x="105238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O" sz="1501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937529" cy="367088"/>
            </a:xfrm>
            <a:prstGeom prst="rect">
              <a:avLst/>
            </a:prstGeom>
          </p:spPr>
          <p:txBody>
            <a:bodyPr lIns="50806" tIns="50806" rIns="50806" bIns="50806" rtlCol="0" anchor="ctr"/>
            <a:lstStyle/>
            <a:p>
              <a:pPr algn="ctr">
                <a:lnSpc>
                  <a:spcPts val="2656"/>
                </a:lnSpc>
              </a:pPr>
              <a:endParaRPr sz="1501"/>
            </a:p>
          </p:txBody>
        </p:sp>
      </p:grpSp>
      <p:grpSp>
        <p:nvGrpSpPr>
          <p:cNvPr id="11" name="Group 11"/>
          <p:cNvGrpSpPr/>
          <p:nvPr/>
        </p:nvGrpSpPr>
        <p:grpSpPr>
          <a:xfrm rot="-10800000">
            <a:off x="-318398" y="8897886"/>
            <a:ext cx="8704391" cy="134923"/>
            <a:chOff x="0" y="0"/>
            <a:chExt cx="2292514" cy="3553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292515" cy="35535"/>
            </a:xfrm>
            <a:custGeom>
              <a:avLst/>
              <a:gdLst/>
              <a:ahLst/>
              <a:cxnLst/>
              <a:rect l="l" t="t" r="r" b="b"/>
              <a:pathLst>
                <a:path w="2292515" h="35535">
                  <a:moveTo>
                    <a:pt x="17768" y="0"/>
                  </a:moveTo>
                  <a:lnTo>
                    <a:pt x="2274747" y="0"/>
                  </a:lnTo>
                  <a:cubicBezTo>
                    <a:pt x="2284560" y="0"/>
                    <a:pt x="2292515" y="7955"/>
                    <a:pt x="2292515" y="17768"/>
                  </a:cubicBezTo>
                  <a:lnTo>
                    <a:pt x="2292515" y="17768"/>
                  </a:lnTo>
                  <a:cubicBezTo>
                    <a:pt x="2292515" y="22480"/>
                    <a:pt x="2290643" y="26999"/>
                    <a:pt x="2287311" y="30331"/>
                  </a:cubicBezTo>
                  <a:cubicBezTo>
                    <a:pt x="2283978" y="33663"/>
                    <a:pt x="2279459" y="35535"/>
                    <a:pt x="2274747" y="35535"/>
                  </a:cubicBezTo>
                  <a:lnTo>
                    <a:pt x="17768" y="35535"/>
                  </a:lnTo>
                  <a:cubicBezTo>
                    <a:pt x="13055" y="35535"/>
                    <a:pt x="8536" y="33663"/>
                    <a:pt x="5204" y="30331"/>
                  </a:cubicBezTo>
                  <a:cubicBezTo>
                    <a:pt x="1872" y="26999"/>
                    <a:pt x="0" y="22480"/>
                    <a:pt x="0" y="17768"/>
                  </a:cubicBezTo>
                  <a:lnTo>
                    <a:pt x="0" y="17768"/>
                  </a:lnTo>
                  <a:cubicBezTo>
                    <a:pt x="0" y="13055"/>
                    <a:pt x="1872" y="8536"/>
                    <a:pt x="5204" y="5204"/>
                  </a:cubicBezTo>
                  <a:cubicBezTo>
                    <a:pt x="8536" y="1872"/>
                    <a:pt x="13055" y="0"/>
                    <a:pt x="1776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B1374">
                    <a:alpha val="100000"/>
                  </a:srgbClr>
                </a:gs>
                <a:gs pos="33333">
                  <a:srgbClr val="700A89">
                    <a:alpha val="100000"/>
                  </a:srgbClr>
                </a:gs>
                <a:gs pos="66667">
                  <a:srgbClr val="C20052">
                    <a:alpha val="100000"/>
                  </a:srgbClr>
                </a:gs>
                <a:gs pos="100000">
                  <a:srgbClr val="FF005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 sz="1501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292514" cy="73635"/>
            </a:xfrm>
            <a:prstGeom prst="rect">
              <a:avLst/>
            </a:prstGeom>
          </p:spPr>
          <p:txBody>
            <a:bodyPr lIns="50806" tIns="50806" rIns="50806" bIns="50806" rtlCol="0" anchor="ctr"/>
            <a:lstStyle/>
            <a:p>
              <a:pPr algn="ctr">
                <a:lnSpc>
                  <a:spcPts val="2656"/>
                </a:lnSpc>
              </a:pPr>
              <a:endParaRPr sz="1501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763402" y="4027292"/>
            <a:ext cx="4903062" cy="7525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164"/>
              </a:lnSpc>
              <a:spcBef>
                <a:spcPct val="0"/>
              </a:spcBef>
            </a:pPr>
            <a:r>
              <a:rPr lang="es-CO" sz="4350" b="1" dirty="0">
                <a:solidFill>
                  <a:srgbClr val="700A89"/>
                </a:solidFill>
                <a:latin typeface="Poppins" panose="00000500000000000000" pitchFamily="2" charset="0"/>
                <a:cs typeface="Poppins" panose="00000500000000000000" pitchFamily="2" charset="0"/>
                <a:sym typeface="Poppins 1 Bold"/>
              </a:rPr>
              <a:t>Taller Git</a:t>
            </a:r>
            <a:endParaRPr lang="es-CO" sz="4350" b="1" dirty="0">
              <a:solidFill>
                <a:srgbClr val="700A89"/>
              </a:solidFill>
              <a:latin typeface="Poppins 1 Bold"/>
              <a:cs typeface="Poppins 1 Bold"/>
              <a:sym typeface="Poppins 1 Bold"/>
            </a:endParaRPr>
          </a:p>
        </p:txBody>
      </p:sp>
      <p:pic>
        <p:nvPicPr>
          <p:cNvPr id="18" name="Google Shape;88;g2d7c13286f8_0_89">
            <a:extLst>
              <a:ext uri="{FF2B5EF4-FFF2-40B4-BE49-F238E27FC236}">
                <a16:creationId xmlns:a16="http://schemas.microsoft.com/office/drawing/2014/main" id="{27303298-D0A0-4B40-9C53-51AF1C44F479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53990" t="15859" r="8554" b="69322"/>
          <a:stretch/>
        </p:blipFill>
        <p:spPr>
          <a:xfrm>
            <a:off x="2947194" y="328010"/>
            <a:ext cx="3578445" cy="851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1357C-F773-F60D-1C92-A11AC9404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2EC0D1C-52DD-7D98-8F19-7705F23F144B}"/>
              </a:ext>
            </a:extLst>
          </p:cNvPr>
          <p:cNvSpPr/>
          <p:nvPr/>
        </p:nvSpPr>
        <p:spPr>
          <a:xfrm>
            <a:off x="11123217" y="45569"/>
            <a:ext cx="1388506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O" sz="1501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E41C8A68-940E-EF5E-FBF1-1CD692619A88}"/>
              </a:ext>
            </a:extLst>
          </p:cNvPr>
          <p:cNvGrpSpPr/>
          <p:nvPr/>
        </p:nvGrpSpPr>
        <p:grpSpPr>
          <a:xfrm>
            <a:off x="-62746" y="0"/>
            <a:ext cx="449045" cy="9028825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F58128CF-5CA5-99DF-E1DC-1FF5C1B04001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A8D96CED-673E-6595-6B18-08276C3D10D5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 sz="1501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AF95E4F6-D22B-B6D8-321B-DB5325092CC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6" tIns="50806" rIns="50806" bIns="50806" rtlCol="0" anchor="ctr"/>
              <a:lstStyle/>
              <a:p>
                <a:pPr algn="ctr">
                  <a:lnSpc>
                    <a:spcPts val="2656"/>
                  </a:lnSpc>
                </a:pPr>
                <a:endParaRPr sz="1501"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EB6871C0-92A7-A062-F318-B309FA50B63B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 sz="1501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2BE3B1C1-E180-76B5-9641-CBB9244CC3ED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 sz="1501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E468B0DD-ACA2-1BD6-7E72-DE2399401D88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8E85909D-108A-F086-03C5-E5D45C51CD8F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 sz="1501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341B269B-0043-ECCF-6536-98BA687453C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6" tIns="50806" rIns="50806" bIns="50806" rtlCol="0" anchor="ctr"/>
              <a:lstStyle/>
              <a:p>
                <a:pPr algn="ctr">
                  <a:lnSpc>
                    <a:spcPts val="2656"/>
                  </a:lnSpc>
                </a:pPr>
                <a:endParaRPr sz="1501"/>
              </a:p>
            </p:txBody>
          </p:sp>
        </p:grpSp>
      </p:grpSp>
      <p:sp>
        <p:nvSpPr>
          <p:cNvPr id="9632" name="2. Slide Title">
            <a:extLst>
              <a:ext uri="{FF2B5EF4-FFF2-40B4-BE49-F238E27FC236}">
                <a16:creationId xmlns:a16="http://schemas.microsoft.com/office/drawing/2014/main" id="{45DF9441-1922-B28B-BCA8-DD99A44BE76E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758730" y="323271"/>
            <a:ext cx="11082528" cy="58413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anchor="b" anchorCtr="0">
            <a:spAutoFit/>
          </a:bodyPr>
          <a:lstStyle>
            <a:lvl1pPr algn="ctr" defTabSz="914394" rtl="0" eaLnBrk="1" latinLnBrk="0" hangingPunct="1">
              <a:spcBef>
                <a:spcPct val="0"/>
              </a:spcBef>
              <a:buNone/>
              <a:defRPr sz="439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196" b="1" dirty="0">
                <a:latin typeface="Poppins 1 Bold" panose="020B0604020202020204" charset="0"/>
                <a:ea typeface="+mn-ea"/>
                <a:cs typeface="Poppins 1 Bold" panose="020B0604020202020204" charset="0"/>
              </a:rPr>
              <a:t>Git Local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E3B6175D-E768-7BD6-5DE3-AE5B33DAAE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718" y="2051199"/>
            <a:ext cx="5782482" cy="323895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0" name="CuadroTexto 19">
            <a:extLst>
              <a:ext uri="{FF2B5EF4-FFF2-40B4-BE49-F238E27FC236}">
                <a16:creationId xmlns:a16="http://schemas.microsoft.com/office/drawing/2014/main" id="{7888C0BC-7E35-F1BB-A1B2-6C246F8A0512}"/>
              </a:ext>
            </a:extLst>
          </p:cNvPr>
          <p:cNvSpPr txBox="1"/>
          <p:nvPr/>
        </p:nvSpPr>
        <p:spPr>
          <a:xfrm>
            <a:off x="7138194" y="2213769"/>
            <a:ext cx="4876800" cy="3229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b="1" dirty="0" err="1">
                <a:latin typeface="Courier New" panose="02070309020205020404" pitchFamily="49" charset="0"/>
              </a:rPr>
              <a:t>objects</a:t>
            </a:r>
            <a:r>
              <a:rPr lang="es-ES" b="1" dirty="0">
                <a:latin typeface="Courier New" panose="02070309020205020404" pitchFamily="49" charset="0"/>
              </a:rPr>
              <a:t>/</a:t>
            </a:r>
            <a:endParaRPr lang="es-E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Es la base de datos de Git.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Aquí se guardan: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 err="1"/>
              <a:t>Commits</a:t>
            </a:r>
            <a:endParaRPr lang="es-E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Árboles (</a:t>
            </a:r>
            <a:r>
              <a:rPr lang="es-ES" dirty="0" err="1"/>
              <a:t>trees</a:t>
            </a:r>
            <a:r>
              <a:rPr lang="es-ES" dirty="0"/>
              <a:t>, que representan carpetas)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Blobs (el contenido de los archivos)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Tags anotadas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Todo se guarda </a:t>
            </a:r>
            <a:r>
              <a:rPr lang="es-ES" b="1" dirty="0"/>
              <a:t>comprimido y por hash</a:t>
            </a:r>
            <a:r>
              <a:rPr lang="es-ES" dirty="0"/>
              <a:t> (SHA-1 o similar).</a:t>
            </a:r>
          </a:p>
          <a:p>
            <a:pPr>
              <a:buFont typeface="Arial" panose="020B0604020202020204" pitchFamily="34" charset="0"/>
              <a:buChar char="•"/>
            </a:pPr>
            <a:br>
              <a:rPr lang="es-ES" dirty="0"/>
            </a:br>
            <a:r>
              <a:rPr lang="es-ES" dirty="0"/>
              <a:t>Por eso Git sabe si algo cambió: cambia el contenido, cambia el hash.</a:t>
            </a:r>
          </a:p>
          <a:p>
            <a:pPr>
              <a:buFont typeface="Arial" panose="020B0604020202020204" pitchFamily="34" charset="0"/>
              <a:buChar char="•"/>
            </a:pPr>
            <a:endParaRPr lang="es-ES" dirty="0"/>
          </a:p>
          <a:p>
            <a:pPr>
              <a:buNone/>
            </a:pPr>
            <a:r>
              <a:rPr lang="es-ES" dirty="0"/>
              <a:t>Piensa en </a:t>
            </a:r>
            <a:r>
              <a:rPr lang="es-ES" dirty="0" err="1">
                <a:latin typeface="Courier New" panose="02070309020205020404" pitchFamily="49" charset="0"/>
              </a:rPr>
              <a:t>objects</a:t>
            </a:r>
            <a:r>
              <a:rPr lang="es-ES" dirty="0">
                <a:latin typeface="Courier New" panose="02070309020205020404" pitchFamily="49" charset="0"/>
              </a:rPr>
              <a:t>/</a:t>
            </a:r>
            <a:r>
              <a:rPr lang="es-ES" dirty="0"/>
              <a:t> como una colección de “piezas LEGO” que Git puede recombinar para reconstruir cualquier versión de tu proyecto.</a:t>
            </a:r>
          </a:p>
        </p:txBody>
      </p:sp>
      <p:sp>
        <p:nvSpPr>
          <p:cNvPr id="22" name="AutoShape 2">
            <a:extLst>
              <a:ext uri="{FF2B5EF4-FFF2-40B4-BE49-F238E27FC236}">
                <a16:creationId xmlns:a16="http://schemas.microsoft.com/office/drawing/2014/main" id="{03728606-53AF-4D81-A7E3-1E5FA3FB01F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146800" y="43465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E07F19CA-D097-EBB9-F442-588B6B70E7C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04594" y="5795169"/>
            <a:ext cx="7214394" cy="2815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23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77F76-1736-74E3-AD5D-53012BBA6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63D4CF4-229A-3324-69D2-335B58DEC710}"/>
              </a:ext>
            </a:extLst>
          </p:cNvPr>
          <p:cNvSpPr/>
          <p:nvPr/>
        </p:nvSpPr>
        <p:spPr>
          <a:xfrm>
            <a:off x="11123217" y="45569"/>
            <a:ext cx="1388506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O" sz="1501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A1669F2F-F771-C6CE-F6D9-F702730A6892}"/>
              </a:ext>
            </a:extLst>
          </p:cNvPr>
          <p:cNvGrpSpPr/>
          <p:nvPr/>
        </p:nvGrpSpPr>
        <p:grpSpPr>
          <a:xfrm>
            <a:off x="-62746" y="0"/>
            <a:ext cx="449045" cy="9028825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56BCD525-9DA7-DEB1-CC1E-A4E0981A9A1C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12FDF78A-D9B4-08B7-15D6-F6F0B025BB5B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 sz="1501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3624E20A-5BE5-0FAF-677D-E33F4C6C08B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6" tIns="50806" rIns="50806" bIns="50806" rtlCol="0" anchor="ctr"/>
              <a:lstStyle/>
              <a:p>
                <a:pPr algn="ctr">
                  <a:lnSpc>
                    <a:spcPts val="2656"/>
                  </a:lnSpc>
                </a:pPr>
                <a:endParaRPr sz="1501"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D94CEEB-9B83-868E-01B2-5041286993D4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 sz="1501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8D7C03BE-2256-2E27-B4E8-1FE2A4899A33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 sz="1501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839311B9-C3E2-F0DC-6763-24A746EE7222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7FC813FD-93AA-7064-1E73-438197C3AAE2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 sz="1501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9A8FD49E-1F03-1311-C004-ADF5320C19A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6" tIns="50806" rIns="50806" bIns="50806" rtlCol="0" anchor="ctr"/>
              <a:lstStyle/>
              <a:p>
                <a:pPr algn="ctr">
                  <a:lnSpc>
                    <a:spcPts val="2656"/>
                  </a:lnSpc>
                </a:pPr>
                <a:endParaRPr sz="1501"/>
              </a:p>
            </p:txBody>
          </p:sp>
        </p:grpSp>
      </p:grpSp>
      <p:sp>
        <p:nvSpPr>
          <p:cNvPr id="9632" name="2. Slide Title">
            <a:extLst>
              <a:ext uri="{FF2B5EF4-FFF2-40B4-BE49-F238E27FC236}">
                <a16:creationId xmlns:a16="http://schemas.microsoft.com/office/drawing/2014/main" id="{46CD909A-087F-9B69-C0B3-0CBDBA095382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758730" y="323271"/>
            <a:ext cx="11082528" cy="58413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anchor="b" anchorCtr="0">
            <a:spAutoFit/>
          </a:bodyPr>
          <a:lstStyle>
            <a:lvl1pPr algn="ctr" defTabSz="914394" rtl="0" eaLnBrk="1" latinLnBrk="0" hangingPunct="1">
              <a:spcBef>
                <a:spcPct val="0"/>
              </a:spcBef>
              <a:buNone/>
              <a:defRPr sz="439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196" b="1" dirty="0">
                <a:latin typeface="Poppins 1 Bold" panose="020B0604020202020204" charset="0"/>
                <a:ea typeface="+mn-ea"/>
                <a:cs typeface="Poppins 1 Bold" panose="020B0604020202020204" charset="0"/>
              </a:rPr>
              <a:t>Git Local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CE86C2CD-B4B0-03C4-E40B-50512621C0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415" y="2660943"/>
            <a:ext cx="2133898" cy="1829055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A457AF47-728F-F9F1-4E03-75C4C0130AD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70994" y="1375569"/>
            <a:ext cx="2257740" cy="1867161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70FA3BDD-6F71-3B0A-E59F-7C45A3CD346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38264" y="3568837"/>
            <a:ext cx="1209844" cy="1619476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44FEC5F1-AC4C-D188-F904-A8A13500D31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71194" y="3485568"/>
            <a:ext cx="2238687" cy="2057687"/>
          </a:xfrm>
          <a:prstGeom prst="rect">
            <a:avLst/>
          </a:prstGeom>
        </p:spPr>
      </p:pic>
      <p:sp>
        <p:nvSpPr>
          <p:cNvPr id="25" name="CuadroTexto 24">
            <a:extLst>
              <a:ext uri="{FF2B5EF4-FFF2-40B4-BE49-F238E27FC236}">
                <a16:creationId xmlns:a16="http://schemas.microsoft.com/office/drawing/2014/main" id="{EA260CFE-DE36-930E-ED04-73E816CC0C8D}"/>
              </a:ext>
            </a:extLst>
          </p:cNvPr>
          <p:cNvSpPr txBox="1"/>
          <p:nvPr/>
        </p:nvSpPr>
        <p:spPr>
          <a:xfrm>
            <a:off x="6957908" y="1826135"/>
            <a:ext cx="5196333" cy="4275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b="1" dirty="0"/>
              <a:t>2. Referencias: punteros a </a:t>
            </a:r>
            <a:r>
              <a:rPr lang="es-ES" b="1" dirty="0" err="1"/>
              <a:t>commits</a:t>
            </a:r>
            <a:endParaRPr lang="es-ES" b="1" dirty="0"/>
          </a:p>
          <a:p>
            <a:pPr>
              <a:buNone/>
            </a:pPr>
            <a:endParaRPr lang="es-ES" b="1" dirty="0"/>
          </a:p>
          <a:p>
            <a:pPr>
              <a:buNone/>
            </a:pPr>
            <a:r>
              <a:rPr lang="es-ES" b="1" dirty="0" err="1">
                <a:latin typeface="Courier New" panose="02070309020205020404" pitchFamily="49" charset="0"/>
              </a:rPr>
              <a:t>refs</a:t>
            </a:r>
            <a:r>
              <a:rPr lang="es-ES" b="1" dirty="0">
                <a:latin typeface="Courier New" panose="02070309020205020404" pitchFamily="49" charset="0"/>
              </a:rPr>
              <a:t>/</a:t>
            </a:r>
            <a:endParaRPr lang="es-ES" b="1" dirty="0"/>
          </a:p>
          <a:p>
            <a:pPr>
              <a:buNone/>
            </a:pPr>
            <a:r>
              <a:rPr lang="es-ES" dirty="0"/>
              <a:t>Normalmente tiene subcarpetas: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 err="1">
                <a:latin typeface="Courier New" panose="02070309020205020404" pitchFamily="49" charset="0"/>
              </a:rPr>
              <a:t>refs</a:t>
            </a:r>
            <a:r>
              <a:rPr lang="es-ES" dirty="0">
                <a:latin typeface="Courier New" panose="02070309020205020404" pitchFamily="49" charset="0"/>
              </a:rPr>
              <a:t>/</a:t>
            </a:r>
            <a:r>
              <a:rPr lang="es-ES" dirty="0" err="1">
                <a:latin typeface="Courier New" panose="02070309020205020404" pitchFamily="49" charset="0"/>
              </a:rPr>
              <a:t>heads</a:t>
            </a:r>
            <a:r>
              <a:rPr lang="es-ES" dirty="0">
                <a:latin typeface="Courier New" panose="02070309020205020404" pitchFamily="49" charset="0"/>
              </a:rPr>
              <a:t>/</a:t>
            </a:r>
            <a:endParaRPr lang="es-E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Cada archivo es una rama local.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Ejemplo: </a:t>
            </a:r>
            <a:r>
              <a:rPr lang="es-ES" dirty="0" err="1">
                <a:latin typeface="Courier New" panose="02070309020205020404" pitchFamily="49" charset="0"/>
              </a:rPr>
              <a:t>refs</a:t>
            </a:r>
            <a:r>
              <a:rPr lang="es-ES" dirty="0">
                <a:latin typeface="Courier New" panose="02070309020205020404" pitchFamily="49" charset="0"/>
              </a:rPr>
              <a:t>/</a:t>
            </a:r>
            <a:r>
              <a:rPr lang="es-ES" dirty="0" err="1">
                <a:latin typeface="Courier New" panose="02070309020205020404" pitchFamily="49" charset="0"/>
              </a:rPr>
              <a:t>heads</a:t>
            </a:r>
            <a:r>
              <a:rPr lang="es-ES" dirty="0">
                <a:latin typeface="Courier New" panose="02070309020205020404" pitchFamily="49" charset="0"/>
              </a:rPr>
              <a:t>/</a:t>
            </a:r>
            <a:r>
              <a:rPr lang="es-ES" dirty="0" err="1">
                <a:latin typeface="Courier New" panose="02070309020205020404" pitchFamily="49" charset="0"/>
              </a:rPr>
              <a:t>main</a:t>
            </a:r>
            <a:r>
              <a:rPr lang="es-ES" dirty="0"/>
              <a:t> contiene el hash del </a:t>
            </a:r>
            <a:r>
              <a:rPr lang="es-ES" dirty="0" err="1"/>
              <a:t>commit</a:t>
            </a:r>
            <a:r>
              <a:rPr lang="es-ES" dirty="0"/>
              <a:t> donde está la rama </a:t>
            </a:r>
            <a:r>
              <a:rPr lang="es-ES" dirty="0" err="1">
                <a:latin typeface="Courier New" panose="02070309020205020404" pitchFamily="49" charset="0"/>
              </a:rPr>
              <a:t>main</a:t>
            </a:r>
            <a:r>
              <a:rPr lang="es-E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 err="1">
                <a:latin typeface="Courier New" panose="02070309020205020404" pitchFamily="49" charset="0"/>
              </a:rPr>
              <a:t>refs</a:t>
            </a:r>
            <a:r>
              <a:rPr lang="es-ES" dirty="0">
                <a:latin typeface="Courier New" panose="02070309020205020404" pitchFamily="49" charset="0"/>
              </a:rPr>
              <a:t>/tags/</a:t>
            </a:r>
            <a:endParaRPr lang="es-E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Contiene los tags (etiquetas) que apuntan a </a:t>
            </a:r>
            <a:r>
              <a:rPr lang="es-ES" dirty="0" err="1"/>
              <a:t>commits</a:t>
            </a:r>
            <a:r>
              <a:rPr lang="es-ES" dirty="0"/>
              <a:t> concretos.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 err="1">
                <a:latin typeface="Courier New" panose="02070309020205020404" pitchFamily="49" charset="0"/>
              </a:rPr>
              <a:t>refs</a:t>
            </a:r>
            <a:r>
              <a:rPr lang="es-ES" dirty="0">
                <a:latin typeface="Courier New" panose="02070309020205020404" pitchFamily="49" charset="0"/>
              </a:rPr>
              <a:t>/remotes/</a:t>
            </a:r>
            <a:endParaRPr lang="es-E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Referencias a ramas remotas, por ejemplo </a:t>
            </a:r>
            <a:r>
              <a:rPr lang="es-ES" dirty="0" err="1">
                <a:latin typeface="Courier New" panose="02070309020205020404" pitchFamily="49" charset="0"/>
              </a:rPr>
              <a:t>origin</a:t>
            </a:r>
            <a:r>
              <a:rPr lang="es-ES" dirty="0">
                <a:latin typeface="Courier New" panose="02070309020205020404" pitchFamily="49" charset="0"/>
              </a:rPr>
              <a:t>/</a:t>
            </a:r>
            <a:r>
              <a:rPr lang="es-ES" dirty="0" err="1">
                <a:latin typeface="Courier New" panose="02070309020205020404" pitchFamily="49" charset="0"/>
              </a:rPr>
              <a:t>main</a:t>
            </a:r>
            <a:r>
              <a:rPr lang="es-ES" dirty="0"/>
              <a:t>.</a:t>
            </a:r>
          </a:p>
          <a:p>
            <a:pPr>
              <a:buNone/>
            </a:pPr>
            <a:r>
              <a:rPr lang="es-ES" b="1" dirty="0">
                <a:latin typeface="Courier New" panose="02070309020205020404" pitchFamily="49" charset="0"/>
              </a:rPr>
              <a:t>HEAD</a:t>
            </a:r>
            <a:endParaRPr lang="es-E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Es un archivo de texto pequeñito.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Normalmente dice algo como:</a:t>
            </a:r>
            <a:br>
              <a:rPr lang="es-ES" dirty="0"/>
            </a:br>
            <a:r>
              <a:rPr lang="es-ES" dirty="0" err="1">
                <a:latin typeface="Courier New" panose="02070309020205020404" pitchFamily="49" charset="0"/>
              </a:rPr>
              <a:t>ref</a:t>
            </a:r>
            <a:r>
              <a:rPr lang="es-ES" dirty="0">
                <a:latin typeface="Courier New" panose="02070309020205020404" pitchFamily="49" charset="0"/>
              </a:rPr>
              <a:t>: </a:t>
            </a:r>
            <a:r>
              <a:rPr lang="es-ES" dirty="0" err="1">
                <a:latin typeface="Courier New" panose="02070309020205020404" pitchFamily="49" charset="0"/>
              </a:rPr>
              <a:t>refs</a:t>
            </a:r>
            <a:r>
              <a:rPr lang="es-ES" dirty="0">
                <a:latin typeface="Courier New" panose="02070309020205020404" pitchFamily="49" charset="0"/>
              </a:rPr>
              <a:t>/</a:t>
            </a:r>
            <a:r>
              <a:rPr lang="es-ES" dirty="0" err="1">
                <a:latin typeface="Courier New" panose="02070309020205020404" pitchFamily="49" charset="0"/>
              </a:rPr>
              <a:t>heads</a:t>
            </a:r>
            <a:r>
              <a:rPr lang="es-ES" dirty="0">
                <a:latin typeface="Courier New" panose="02070309020205020404" pitchFamily="49" charset="0"/>
              </a:rPr>
              <a:t>/</a:t>
            </a:r>
            <a:r>
              <a:rPr lang="es-ES" dirty="0" err="1">
                <a:latin typeface="Courier New" panose="02070309020205020404" pitchFamily="49" charset="0"/>
              </a:rPr>
              <a:t>main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Significa: “estás parado en la rama </a:t>
            </a:r>
            <a:r>
              <a:rPr lang="es-ES" dirty="0" err="1">
                <a:latin typeface="Courier New" panose="02070309020205020404" pitchFamily="49" charset="0"/>
              </a:rPr>
              <a:t>main</a:t>
            </a:r>
            <a:r>
              <a:rPr lang="es-ES" dirty="0"/>
              <a:t>”.</a:t>
            </a:r>
          </a:p>
          <a:p>
            <a:pPr>
              <a:buNone/>
            </a:pPr>
            <a:r>
              <a:rPr lang="es-ES" dirty="0"/>
              <a:t>Cuando haces </a:t>
            </a:r>
            <a:r>
              <a:rPr lang="es-ES" dirty="0" err="1"/>
              <a:t>checkout</a:t>
            </a:r>
            <a:r>
              <a:rPr lang="es-ES" dirty="0"/>
              <a:t> a otra rama, Git simplemente actualiza </a:t>
            </a:r>
            <a:r>
              <a:rPr lang="es-ES" dirty="0">
                <a:latin typeface="Courier New" panose="02070309020205020404" pitchFamily="49" charset="0"/>
              </a:rPr>
              <a:t>HEAD</a:t>
            </a:r>
            <a:r>
              <a:rPr lang="es-ES" dirty="0"/>
              <a:t> para que apunte a otra referencia.</a:t>
            </a:r>
          </a:p>
        </p:txBody>
      </p:sp>
    </p:spTree>
    <p:extLst>
      <p:ext uri="{BB962C8B-B14F-4D97-AF65-F5344CB8AC3E}">
        <p14:creationId xmlns:p14="http://schemas.microsoft.com/office/powerpoint/2010/main" val="14118415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45236-6E09-785C-1894-AF51C362D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D0174DF-A93A-6481-6D6F-77125075B61F}"/>
              </a:ext>
            </a:extLst>
          </p:cNvPr>
          <p:cNvSpPr/>
          <p:nvPr/>
        </p:nvSpPr>
        <p:spPr>
          <a:xfrm>
            <a:off x="11123217" y="45569"/>
            <a:ext cx="1388506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O" sz="1501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EEC6CB02-3F1B-C6FD-A4E5-89FBB285A468}"/>
              </a:ext>
            </a:extLst>
          </p:cNvPr>
          <p:cNvGrpSpPr/>
          <p:nvPr/>
        </p:nvGrpSpPr>
        <p:grpSpPr>
          <a:xfrm>
            <a:off x="-62746" y="0"/>
            <a:ext cx="449045" cy="9028825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DA0D21C7-ECAF-E440-9155-34037EB39BA6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3A789B17-72F9-6F20-E25D-A92823F363A3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 sz="1501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8BBF201C-7C69-5210-5D37-8B3EDD85123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6" tIns="50806" rIns="50806" bIns="50806" rtlCol="0" anchor="ctr"/>
              <a:lstStyle/>
              <a:p>
                <a:pPr algn="ctr">
                  <a:lnSpc>
                    <a:spcPts val="2656"/>
                  </a:lnSpc>
                </a:pPr>
                <a:endParaRPr sz="1501"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A30D5038-625D-2FF7-5573-9B3405BC6D0D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 sz="1501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5CC05131-F3DE-B315-A8F3-04B7CFA887FE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 sz="1501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104EAF39-DEF8-B326-BCA9-902A12167EE3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433D5956-F76D-788B-5D9F-0693169C1D63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 sz="1501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390C6242-3C93-12BD-CDF9-21735D291C5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6" tIns="50806" rIns="50806" bIns="50806" rtlCol="0" anchor="ctr"/>
              <a:lstStyle/>
              <a:p>
                <a:pPr algn="ctr">
                  <a:lnSpc>
                    <a:spcPts val="2656"/>
                  </a:lnSpc>
                </a:pPr>
                <a:endParaRPr sz="1501"/>
              </a:p>
            </p:txBody>
          </p:sp>
        </p:grpSp>
      </p:grpSp>
      <p:sp>
        <p:nvSpPr>
          <p:cNvPr id="9632" name="2. Slide Title">
            <a:extLst>
              <a:ext uri="{FF2B5EF4-FFF2-40B4-BE49-F238E27FC236}">
                <a16:creationId xmlns:a16="http://schemas.microsoft.com/office/drawing/2014/main" id="{E2450BEB-75AA-FC09-2B4F-0D62F1137444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758730" y="323271"/>
            <a:ext cx="11082528" cy="58413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anchor="b" anchorCtr="0">
            <a:spAutoFit/>
          </a:bodyPr>
          <a:lstStyle>
            <a:lvl1pPr algn="ctr" defTabSz="914394" rtl="0" eaLnBrk="1" latinLnBrk="0" hangingPunct="1">
              <a:spcBef>
                <a:spcPct val="0"/>
              </a:spcBef>
              <a:buNone/>
              <a:defRPr sz="439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196" b="1" dirty="0">
                <a:latin typeface="Poppins 1 Bold" panose="020B0604020202020204" charset="0"/>
                <a:ea typeface="+mn-ea"/>
                <a:cs typeface="Poppins 1 Bold" panose="020B0604020202020204" charset="0"/>
              </a:rPr>
              <a:t>Git Local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B5447EC9-D34D-D1D2-1A63-DB9B14E6992A}"/>
              </a:ext>
            </a:extLst>
          </p:cNvPr>
          <p:cNvSpPr txBox="1"/>
          <p:nvPr/>
        </p:nvSpPr>
        <p:spPr>
          <a:xfrm>
            <a:off x="584994" y="1717379"/>
            <a:ext cx="8991600" cy="6994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b="1" dirty="0"/>
              <a:t>Área de </a:t>
            </a:r>
            <a:r>
              <a:rPr lang="es-ES" b="1" dirty="0" err="1"/>
              <a:t>staging</a:t>
            </a:r>
            <a:r>
              <a:rPr lang="es-ES" b="1" dirty="0"/>
              <a:t> y estado actual</a:t>
            </a:r>
          </a:p>
          <a:p>
            <a:pPr>
              <a:buNone/>
            </a:pPr>
            <a:r>
              <a:rPr lang="es-ES" b="1" dirty="0" err="1">
                <a:latin typeface="Courier New" panose="02070309020205020404" pitchFamily="49" charset="0"/>
              </a:rPr>
              <a:t>index</a:t>
            </a:r>
            <a:endParaRPr lang="es-E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Es un archivo binario que representa el </a:t>
            </a:r>
            <a:r>
              <a:rPr lang="es-ES" b="1" dirty="0" err="1"/>
              <a:t>staging</a:t>
            </a:r>
            <a:r>
              <a:rPr lang="es-ES" b="1" dirty="0"/>
              <a:t> </a:t>
            </a:r>
            <a:r>
              <a:rPr lang="es-ES" b="1" dirty="0" err="1"/>
              <a:t>area</a:t>
            </a:r>
            <a:r>
              <a:rPr lang="es-ES" dirty="0"/>
              <a:t> (lo que has agregado con </a:t>
            </a:r>
            <a:r>
              <a:rPr lang="es-ES" dirty="0" err="1">
                <a:latin typeface="Courier New" panose="02070309020205020404" pitchFamily="49" charset="0"/>
              </a:rPr>
              <a:t>git</a:t>
            </a:r>
            <a:r>
              <a:rPr lang="es-ES" dirty="0">
                <a:latin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</a:rPr>
              <a:t>add</a:t>
            </a:r>
            <a:r>
              <a:rPr lang="es-ES" dirty="0"/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Git compara: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Lo que hay en </a:t>
            </a:r>
            <a:r>
              <a:rPr lang="es-ES" dirty="0">
                <a:latin typeface="Courier New" panose="02070309020205020404" pitchFamily="49" charset="0"/>
              </a:rPr>
              <a:t>HEAD</a:t>
            </a:r>
            <a:endParaRPr lang="es-E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Lo que hay en </a:t>
            </a:r>
            <a:r>
              <a:rPr lang="es-ES" dirty="0" err="1">
                <a:latin typeface="Courier New" panose="02070309020205020404" pitchFamily="49" charset="0"/>
              </a:rPr>
              <a:t>index</a:t>
            </a:r>
            <a:endParaRPr lang="es-E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Lo que hay en tu </a:t>
            </a:r>
            <a:r>
              <a:rPr lang="es-ES" dirty="0" err="1"/>
              <a:t>working</a:t>
            </a:r>
            <a:r>
              <a:rPr lang="es-ES" dirty="0"/>
              <a:t> </a:t>
            </a:r>
            <a:r>
              <a:rPr lang="es-ES" dirty="0" err="1"/>
              <a:t>directory</a:t>
            </a:r>
            <a:br>
              <a:rPr lang="es-ES" dirty="0"/>
            </a:br>
            <a:r>
              <a:rPr lang="es-ES" dirty="0"/>
              <a:t>para decidir qué está cambiado, qué está preparado para </a:t>
            </a:r>
            <a:r>
              <a:rPr lang="es-ES" dirty="0" err="1"/>
              <a:t>commit</a:t>
            </a:r>
            <a:r>
              <a:rPr lang="es-ES" dirty="0"/>
              <a:t>, etc.</a:t>
            </a:r>
          </a:p>
          <a:p>
            <a:pPr>
              <a:buNone/>
            </a:pPr>
            <a:r>
              <a:rPr lang="es-ES" dirty="0"/>
              <a:t>No se edita a mano; se manipula con comandos como </a:t>
            </a:r>
            <a:r>
              <a:rPr lang="es-ES" dirty="0" err="1">
                <a:latin typeface="Courier New" panose="02070309020205020404" pitchFamily="49" charset="0"/>
              </a:rPr>
              <a:t>git</a:t>
            </a:r>
            <a:r>
              <a:rPr lang="es-ES" dirty="0">
                <a:latin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</a:rPr>
              <a:t>add</a:t>
            </a:r>
            <a:r>
              <a:rPr lang="es-ES" dirty="0"/>
              <a:t>, </a:t>
            </a:r>
            <a:r>
              <a:rPr lang="es-ES" dirty="0" err="1">
                <a:latin typeface="Courier New" panose="02070309020205020404" pitchFamily="49" charset="0"/>
              </a:rPr>
              <a:t>git</a:t>
            </a:r>
            <a:r>
              <a:rPr lang="es-ES" dirty="0">
                <a:latin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</a:rPr>
              <a:t>rm</a:t>
            </a:r>
            <a:r>
              <a:rPr lang="es-ES" dirty="0"/>
              <a:t>, etc.</a:t>
            </a:r>
          </a:p>
          <a:p>
            <a:pPr>
              <a:buNone/>
            </a:pPr>
            <a:endParaRPr lang="es-ES" dirty="0"/>
          </a:p>
          <a:p>
            <a:r>
              <a:rPr lang="es-ES" b="1" dirty="0"/>
              <a:t>Historial detallado de movimientos</a:t>
            </a:r>
          </a:p>
          <a:p>
            <a:r>
              <a:rPr lang="es-ES" b="1" dirty="0"/>
              <a:t>logs/</a:t>
            </a:r>
          </a:p>
          <a:p>
            <a:r>
              <a:rPr lang="es-ES" dirty="0"/>
              <a:t>Aquí vive el </a:t>
            </a:r>
            <a:r>
              <a:rPr lang="es-ES" dirty="0" err="1"/>
              <a:t>reflog</a:t>
            </a:r>
            <a:r>
              <a:rPr lang="es-ES" dirty="0"/>
              <a:t>.</a:t>
            </a:r>
          </a:p>
          <a:p>
            <a:r>
              <a:rPr lang="es-ES" dirty="0"/>
              <a:t>Guardan un historial de </a:t>
            </a:r>
            <a:r>
              <a:rPr lang="es-ES" b="1" dirty="0"/>
              <a:t>cómo se ha movido HEAD</a:t>
            </a:r>
            <a:r>
              <a:rPr lang="es-ES" dirty="0"/>
              <a:t> y otras referencias.</a:t>
            </a:r>
          </a:p>
          <a:p>
            <a:r>
              <a:rPr lang="es-ES" dirty="0"/>
              <a:t>Gracias a esto puedes hacer:</a:t>
            </a:r>
          </a:p>
          <a:p>
            <a:pPr lvl="1"/>
            <a:r>
              <a:rPr lang="es-ES" dirty="0" err="1"/>
              <a:t>git</a:t>
            </a:r>
            <a:r>
              <a:rPr lang="es-ES" dirty="0"/>
              <a:t> </a:t>
            </a:r>
            <a:r>
              <a:rPr lang="es-ES" dirty="0" err="1"/>
              <a:t>reflog</a:t>
            </a:r>
            <a:endParaRPr lang="es-ES" dirty="0"/>
          </a:p>
          <a:p>
            <a:pPr lvl="1"/>
            <a:r>
              <a:rPr lang="es-ES" dirty="0"/>
              <a:t>Recuperar </a:t>
            </a:r>
            <a:r>
              <a:rPr lang="es-ES" dirty="0" err="1"/>
              <a:t>commits</a:t>
            </a:r>
            <a:r>
              <a:rPr lang="es-ES" dirty="0"/>
              <a:t> “perdidos” después de un </a:t>
            </a:r>
            <a:r>
              <a:rPr lang="es-ES" dirty="0" err="1"/>
              <a:t>reset</a:t>
            </a:r>
            <a:r>
              <a:rPr lang="es-ES" dirty="0"/>
              <a:t>, rebase, etc.</a:t>
            </a:r>
          </a:p>
          <a:p>
            <a:pPr lvl="1"/>
            <a:endParaRPr lang="es-ES" dirty="0"/>
          </a:p>
          <a:p>
            <a:r>
              <a:rPr lang="es-ES" b="1" dirty="0" err="1"/>
              <a:t>Hooks</a:t>
            </a:r>
            <a:r>
              <a:rPr lang="es-ES" b="1" dirty="0"/>
              <a:t>: automatizar cosas</a:t>
            </a:r>
          </a:p>
          <a:p>
            <a:r>
              <a:rPr lang="es-ES" b="1" dirty="0" err="1"/>
              <a:t>hooks</a:t>
            </a:r>
            <a:r>
              <a:rPr lang="es-ES" b="1" dirty="0"/>
              <a:t>/</a:t>
            </a:r>
          </a:p>
          <a:p>
            <a:r>
              <a:rPr lang="es-ES" dirty="0"/>
              <a:t>Scripts que se ejecutan en eventos de Git:</a:t>
            </a:r>
          </a:p>
          <a:p>
            <a:pPr lvl="1"/>
            <a:r>
              <a:rPr lang="es-ES" dirty="0" err="1"/>
              <a:t>pre-commit</a:t>
            </a:r>
            <a:endParaRPr lang="es-ES" dirty="0"/>
          </a:p>
          <a:p>
            <a:pPr lvl="1"/>
            <a:r>
              <a:rPr lang="es-ES" dirty="0" err="1"/>
              <a:t>pre-push</a:t>
            </a:r>
            <a:endParaRPr lang="es-ES" dirty="0"/>
          </a:p>
          <a:p>
            <a:pPr lvl="1"/>
            <a:r>
              <a:rPr lang="es-ES" dirty="0" err="1"/>
              <a:t>post-merge</a:t>
            </a:r>
            <a:br>
              <a:rPr lang="es-ES" dirty="0"/>
            </a:br>
            <a:r>
              <a:rPr lang="es-ES" dirty="0"/>
              <a:t>etc.</a:t>
            </a:r>
          </a:p>
          <a:p>
            <a:r>
              <a:rPr lang="es-ES" dirty="0"/>
              <a:t>Se usan para:</a:t>
            </a:r>
          </a:p>
          <a:p>
            <a:pPr lvl="1"/>
            <a:r>
              <a:rPr lang="es-ES" dirty="0"/>
              <a:t>Correr </a:t>
            </a:r>
            <a:r>
              <a:rPr lang="es-ES" dirty="0" err="1"/>
              <a:t>linters</a:t>
            </a:r>
            <a:r>
              <a:rPr lang="es-ES" dirty="0"/>
              <a:t> o </a:t>
            </a:r>
            <a:r>
              <a:rPr lang="es-ES" dirty="0" err="1"/>
              <a:t>tests</a:t>
            </a:r>
            <a:r>
              <a:rPr lang="es-ES" dirty="0"/>
              <a:t> antes de permitir un </a:t>
            </a:r>
            <a:r>
              <a:rPr lang="es-ES" dirty="0" err="1"/>
              <a:t>commit</a:t>
            </a:r>
            <a:endParaRPr lang="es-ES" dirty="0"/>
          </a:p>
          <a:p>
            <a:pPr lvl="1"/>
            <a:r>
              <a:rPr lang="es-ES" dirty="0"/>
              <a:t>Aplicar formatos automáticos</a:t>
            </a:r>
          </a:p>
          <a:p>
            <a:pPr lvl="1"/>
            <a:r>
              <a:rPr lang="es-ES" dirty="0"/>
              <a:t>Integrarse con otros sistemas</a:t>
            </a:r>
          </a:p>
          <a:p>
            <a:r>
              <a:rPr lang="es-ES" dirty="0"/>
              <a:t>Por defecto vienen ejemplos desactivados (terminan en .</a:t>
            </a:r>
            <a:r>
              <a:rPr lang="es-ES" dirty="0" err="1"/>
              <a:t>sample</a:t>
            </a:r>
            <a:r>
              <a:rPr lang="es-ES" dirty="0"/>
              <a:t>).</a:t>
            </a:r>
          </a:p>
          <a:p>
            <a:pPr lvl="1"/>
            <a:endParaRPr lang="es-ES" dirty="0"/>
          </a:p>
          <a:p>
            <a:pPr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021724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926AE-FB6C-3B25-2F11-1F572FDC8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4C29619-1C41-6B19-4797-2F04CAF06AA3}"/>
              </a:ext>
            </a:extLst>
          </p:cNvPr>
          <p:cNvSpPr/>
          <p:nvPr/>
        </p:nvSpPr>
        <p:spPr>
          <a:xfrm>
            <a:off x="11123217" y="45569"/>
            <a:ext cx="1388506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O" sz="1501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4B92E24F-4ECE-14A0-1427-3FD6EE5D4C83}"/>
              </a:ext>
            </a:extLst>
          </p:cNvPr>
          <p:cNvGrpSpPr/>
          <p:nvPr/>
        </p:nvGrpSpPr>
        <p:grpSpPr>
          <a:xfrm>
            <a:off x="-62746" y="0"/>
            <a:ext cx="449045" cy="9028825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D4ECFF4B-74BD-D99A-8949-A30AF6AC03E0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CE7A34BF-A172-330A-6CF5-1CC9CED0C10D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 sz="1501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BED02D66-0B26-6DC4-83E6-83C8CB3E48D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6" tIns="50806" rIns="50806" bIns="50806" rtlCol="0" anchor="ctr"/>
              <a:lstStyle/>
              <a:p>
                <a:pPr algn="ctr">
                  <a:lnSpc>
                    <a:spcPts val="2656"/>
                  </a:lnSpc>
                </a:pPr>
                <a:endParaRPr sz="1501"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D3B3FA5A-EA27-BFBA-DF5F-E9F5DAF90C74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 sz="1501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AD8DAAF-8917-03B8-FAAE-F02CD0B79C8F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 sz="1501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E1E334EB-826A-445E-5AD3-155A4983ABB1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CD905E1E-DAC7-C448-DF55-1D4312A4A5B3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 sz="1501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B831ADF1-FC5B-44B6-F807-B234538C69F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6" tIns="50806" rIns="50806" bIns="50806" rtlCol="0" anchor="ctr"/>
              <a:lstStyle/>
              <a:p>
                <a:pPr algn="ctr">
                  <a:lnSpc>
                    <a:spcPts val="2656"/>
                  </a:lnSpc>
                </a:pPr>
                <a:endParaRPr sz="1501"/>
              </a:p>
            </p:txBody>
          </p:sp>
        </p:grpSp>
      </p:grpSp>
      <p:sp>
        <p:nvSpPr>
          <p:cNvPr id="9632" name="2. Slide Title">
            <a:extLst>
              <a:ext uri="{FF2B5EF4-FFF2-40B4-BE49-F238E27FC236}">
                <a16:creationId xmlns:a16="http://schemas.microsoft.com/office/drawing/2014/main" id="{1CB04338-7CC6-5494-E736-F9AF8336AC64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758730" y="323271"/>
            <a:ext cx="11082528" cy="58413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anchor="b" anchorCtr="0">
            <a:spAutoFit/>
          </a:bodyPr>
          <a:lstStyle>
            <a:lvl1pPr algn="ctr" defTabSz="914394" rtl="0" eaLnBrk="1" latinLnBrk="0" hangingPunct="1">
              <a:spcBef>
                <a:spcPct val="0"/>
              </a:spcBef>
              <a:buNone/>
              <a:defRPr sz="439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196" b="1" dirty="0">
                <a:latin typeface="Poppins 1 Bold" panose="020B0604020202020204" charset="0"/>
                <a:ea typeface="+mn-ea"/>
                <a:cs typeface="Poppins 1 Bold" panose="020B0604020202020204" charset="0"/>
              </a:rPr>
              <a:t>Git Local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28FA0EBF-3C2A-EFF3-F47C-B672EBB746A9}"/>
              </a:ext>
            </a:extLst>
          </p:cNvPr>
          <p:cNvSpPr/>
          <p:nvPr/>
        </p:nvSpPr>
        <p:spPr>
          <a:xfrm>
            <a:off x="3175794" y="6726238"/>
            <a:ext cx="7162800" cy="1219200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8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Local </a:t>
            </a:r>
            <a:r>
              <a:rPr lang="es-CO" sz="18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working</a:t>
            </a:r>
            <a:r>
              <a:rPr lang="es-CO" sz="18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18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directory</a:t>
            </a:r>
            <a:endParaRPr lang="es-CO" sz="18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ctr"/>
            <a:endParaRPr lang="es-CO" sz="18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ctr"/>
            <a:r>
              <a:rPr lang="es-CO" sz="18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User</a:t>
            </a:r>
            <a:r>
              <a:rPr lang="es-CO" sz="18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/Juanes/</a:t>
            </a:r>
            <a:r>
              <a:rPr lang="es-CO" sz="18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git</a:t>
            </a:r>
            <a:r>
              <a:rPr lang="es-CO" sz="18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/curso-</a:t>
            </a:r>
            <a:r>
              <a:rPr lang="es-CO" sz="18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ing</a:t>
            </a:r>
            <a:r>
              <a:rPr lang="es-CO" sz="18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-datos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B6D05A1B-1839-2B42-2E90-AFEC20F96E28}"/>
              </a:ext>
            </a:extLst>
          </p:cNvPr>
          <p:cNvSpPr/>
          <p:nvPr/>
        </p:nvSpPr>
        <p:spPr>
          <a:xfrm>
            <a:off x="3189288" y="4271169"/>
            <a:ext cx="4495006" cy="1219200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8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Local </a:t>
            </a:r>
            <a:r>
              <a:rPr lang="es-CO" sz="18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Index</a:t>
            </a:r>
            <a:r>
              <a:rPr lang="es-CO" sz="18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file</a:t>
            </a:r>
          </a:p>
          <a:p>
            <a:pPr algn="ctr"/>
            <a:endParaRPr lang="es-CO" sz="18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ctr"/>
            <a:r>
              <a:rPr lang="es-CO" sz="14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User</a:t>
            </a:r>
            <a:r>
              <a:rPr lang="es-CO" sz="14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/Juanes/</a:t>
            </a:r>
            <a:r>
              <a:rPr lang="es-CO" sz="14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git</a:t>
            </a:r>
            <a:r>
              <a:rPr lang="es-CO" sz="14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/curso-</a:t>
            </a:r>
            <a:r>
              <a:rPr lang="es-CO" sz="14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ing</a:t>
            </a:r>
            <a:r>
              <a:rPr lang="es-CO" sz="14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-datos/.</a:t>
            </a:r>
            <a:r>
              <a:rPr lang="es-CO" sz="14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git</a:t>
            </a:r>
            <a:r>
              <a:rPr lang="es-CO" sz="14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/</a:t>
            </a:r>
            <a:r>
              <a:rPr lang="es-CO" sz="14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index</a:t>
            </a:r>
            <a:endParaRPr lang="es-CO" sz="14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9C3ED200-22FC-90F7-56F2-B8C7C1FAC730}"/>
              </a:ext>
            </a:extLst>
          </p:cNvPr>
          <p:cNvSpPr/>
          <p:nvPr/>
        </p:nvSpPr>
        <p:spPr>
          <a:xfrm>
            <a:off x="3163888" y="2061369"/>
            <a:ext cx="7174706" cy="1219200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8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Local </a:t>
            </a:r>
            <a:r>
              <a:rPr lang="es-CO" sz="18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repository</a:t>
            </a:r>
            <a:r>
              <a:rPr lang="es-CO" sz="18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18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directory</a:t>
            </a:r>
            <a:endParaRPr lang="es-CO" sz="18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ctr"/>
            <a:endParaRPr lang="es-CO" sz="18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ctr"/>
            <a:r>
              <a:rPr lang="es-CO" sz="18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User</a:t>
            </a:r>
            <a:r>
              <a:rPr lang="es-CO" sz="18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/Juanes/</a:t>
            </a:r>
            <a:r>
              <a:rPr lang="es-CO" sz="18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git</a:t>
            </a:r>
            <a:r>
              <a:rPr lang="es-CO" sz="18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/curso-</a:t>
            </a:r>
            <a:r>
              <a:rPr lang="es-CO" sz="18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ing</a:t>
            </a:r>
            <a:r>
              <a:rPr lang="es-CO" sz="18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-datos</a:t>
            </a:r>
            <a:endParaRPr lang="es-CO" sz="16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813EA430-80DD-7BE2-8820-837D56ADF900}"/>
              </a:ext>
            </a:extLst>
          </p:cNvPr>
          <p:cNvCxnSpPr>
            <a:cxnSpLocks/>
            <a:endCxn id="13" idx="2"/>
          </p:cNvCxnSpPr>
          <p:nvPr/>
        </p:nvCxnSpPr>
        <p:spPr>
          <a:xfrm flipV="1">
            <a:off x="5436791" y="5490369"/>
            <a:ext cx="0" cy="123586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F4461E0E-2DC1-5C93-7832-730499D70603}"/>
              </a:ext>
            </a:extLst>
          </p:cNvPr>
          <p:cNvCxnSpPr>
            <a:cxnSpLocks/>
          </p:cNvCxnSpPr>
          <p:nvPr/>
        </p:nvCxnSpPr>
        <p:spPr>
          <a:xfrm flipV="1">
            <a:off x="5436791" y="3280569"/>
            <a:ext cx="0" cy="9906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EAAC4FDD-2788-26BE-CEB5-3ED09F66609B}"/>
              </a:ext>
            </a:extLst>
          </p:cNvPr>
          <p:cNvCxnSpPr>
            <a:cxnSpLocks/>
          </p:cNvCxnSpPr>
          <p:nvPr/>
        </p:nvCxnSpPr>
        <p:spPr>
          <a:xfrm>
            <a:off x="9043194" y="3280569"/>
            <a:ext cx="0" cy="344566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uadroTexto 23">
            <a:extLst>
              <a:ext uri="{FF2B5EF4-FFF2-40B4-BE49-F238E27FC236}">
                <a16:creationId xmlns:a16="http://schemas.microsoft.com/office/drawing/2014/main" id="{4553A8F6-50A5-E2D3-905D-04FC424A1E27}"/>
              </a:ext>
            </a:extLst>
          </p:cNvPr>
          <p:cNvSpPr txBox="1"/>
          <p:nvPr/>
        </p:nvSpPr>
        <p:spPr>
          <a:xfrm>
            <a:off x="4253838" y="5927606"/>
            <a:ext cx="10070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800" dirty="0" err="1">
                <a:latin typeface="Poppins" panose="00000500000000000000" pitchFamily="2" charset="0"/>
                <a:cs typeface="Poppins" panose="00000500000000000000" pitchFamily="2" charset="0"/>
              </a:rPr>
              <a:t>git</a:t>
            </a:r>
            <a:r>
              <a:rPr lang="es-CO" sz="18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1800" dirty="0" err="1">
                <a:latin typeface="Poppins" panose="00000500000000000000" pitchFamily="2" charset="0"/>
                <a:cs typeface="Poppins" panose="00000500000000000000" pitchFamily="2" charset="0"/>
              </a:rPr>
              <a:t>add</a:t>
            </a:r>
            <a:endParaRPr lang="es-CO" sz="1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34BA1B5C-8D7F-E44F-F41D-AA1BFC1E9AE8}"/>
              </a:ext>
            </a:extLst>
          </p:cNvPr>
          <p:cNvSpPr txBox="1"/>
          <p:nvPr/>
        </p:nvSpPr>
        <p:spPr>
          <a:xfrm>
            <a:off x="3922362" y="3592275"/>
            <a:ext cx="1441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800" dirty="0" err="1">
                <a:latin typeface="Poppins" panose="00000500000000000000" pitchFamily="2" charset="0"/>
                <a:cs typeface="Poppins" panose="00000500000000000000" pitchFamily="2" charset="0"/>
              </a:rPr>
              <a:t>git</a:t>
            </a:r>
            <a:r>
              <a:rPr lang="es-CO" sz="18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1800" dirty="0" err="1">
                <a:latin typeface="Poppins" panose="00000500000000000000" pitchFamily="2" charset="0"/>
                <a:cs typeface="Poppins" panose="00000500000000000000" pitchFamily="2" charset="0"/>
              </a:rPr>
              <a:t>commit</a:t>
            </a:r>
            <a:endParaRPr lang="es-CO" sz="1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D21097F8-97BE-B281-72EE-A2031F4D439E}"/>
              </a:ext>
            </a:extLst>
          </p:cNvPr>
          <p:cNvSpPr txBox="1"/>
          <p:nvPr/>
        </p:nvSpPr>
        <p:spPr>
          <a:xfrm>
            <a:off x="9195594" y="4696103"/>
            <a:ext cx="16065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800" dirty="0" err="1">
                <a:latin typeface="Poppins" panose="00000500000000000000" pitchFamily="2" charset="0"/>
                <a:cs typeface="Poppins" panose="00000500000000000000" pitchFamily="2" charset="0"/>
              </a:rPr>
              <a:t>git</a:t>
            </a:r>
            <a:r>
              <a:rPr lang="es-CO" sz="18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1800" dirty="0" err="1">
                <a:latin typeface="Poppins" panose="00000500000000000000" pitchFamily="2" charset="0"/>
                <a:cs typeface="Poppins" panose="00000500000000000000" pitchFamily="2" charset="0"/>
              </a:rPr>
              <a:t>checkout</a:t>
            </a:r>
            <a:endParaRPr lang="es-CO" sz="1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70989D19-DC65-FB5A-2804-AF373AC1F31C}"/>
              </a:ext>
            </a:extLst>
          </p:cNvPr>
          <p:cNvSpPr txBox="1"/>
          <p:nvPr/>
        </p:nvSpPr>
        <p:spPr>
          <a:xfrm>
            <a:off x="1515269" y="5555906"/>
            <a:ext cx="1674019" cy="11381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Los cambios en los archivos se añaden al índice para generar la siguiente confirmación.</a:t>
            </a:r>
            <a:endParaRPr lang="es-CO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52F5730F-1DBB-B3EE-BD8A-B6A055834A11}"/>
              </a:ext>
            </a:extLst>
          </p:cNvPr>
          <p:cNvSpPr txBox="1"/>
          <p:nvPr/>
        </p:nvSpPr>
        <p:spPr>
          <a:xfrm>
            <a:off x="1515269" y="3295306"/>
            <a:ext cx="1674019" cy="11381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La confirmación se construye a partir del contenido del índice y se almacena en el repositorio..</a:t>
            </a:r>
            <a:endParaRPr lang="es-CO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3A1B10DA-203A-1033-B7E0-A26EDD5B7F90}"/>
              </a:ext>
            </a:extLst>
          </p:cNvPr>
          <p:cNvSpPr txBox="1"/>
          <p:nvPr/>
        </p:nvSpPr>
        <p:spPr>
          <a:xfrm>
            <a:off x="3404394" y="1310743"/>
            <a:ext cx="6189663" cy="510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El repositorio almacena el historial completo de todos los </a:t>
            </a:r>
            <a:r>
              <a:rPr lang="es-E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commits</a:t>
            </a:r>
            <a:r>
              <a:rPr lang="es-E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realizados previamente.</a:t>
            </a:r>
            <a:endParaRPr lang="es-CO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52413EFD-7364-3141-301A-EBDD78FB2E6E}"/>
              </a:ext>
            </a:extLst>
          </p:cNvPr>
          <p:cNvSpPr txBox="1"/>
          <p:nvPr/>
        </p:nvSpPr>
        <p:spPr>
          <a:xfrm>
            <a:off x="10802124" y="4271169"/>
            <a:ext cx="1674019" cy="11381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Otras versiones de los archivos se obtienen de ramas o confirmaciones anteriores.</a:t>
            </a:r>
            <a:endParaRPr lang="es-CO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718" name="CuadroTexto 9717">
            <a:extLst>
              <a:ext uri="{FF2B5EF4-FFF2-40B4-BE49-F238E27FC236}">
                <a16:creationId xmlns:a16="http://schemas.microsoft.com/office/drawing/2014/main" id="{A524730C-99B5-F502-C351-BBF2536CA4B6}"/>
              </a:ext>
            </a:extLst>
          </p:cNvPr>
          <p:cNvSpPr txBox="1"/>
          <p:nvPr/>
        </p:nvSpPr>
        <p:spPr>
          <a:xfrm>
            <a:off x="3923159" y="8131714"/>
            <a:ext cx="5670898" cy="510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El directorio de trabajo contiene el estado actual de todos los archivos que pueden ser modificados y versionados por Git.</a:t>
            </a:r>
            <a:endParaRPr lang="es-CO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9338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56F82-4E4F-0683-2B4C-71620B8D2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E681D3C-51A4-B3ED-1FE0-20ACC3545FF0}"/>
              </a:ext>
            </a:extLst>
          </p:cNvPr>
          <p:cNvSpPr/>
          <p:nvPr/>
        </p:nvSpPr>
        <p:spPr>
          <a:xfrm>
            <a:off x="11123217" y="45569"/>
            <a:ext cx="1388506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O" sz="1501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40C8042A-1810-63EB-3B49-550F60756236}"/>
              </a:ext>
            </a:extLst>
          </p:cNvPr>
          <p:cNvGrpSpPr/>
          <p:nvPr/>
        </p:nvGrpSpPr>
        <p:grpSpPr>
          <a:xfrm>
            <a:off x="-62746" y="0"/>
            <a:ext cx="449045" cy="9028825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24831DAA-5A02-2377-EC98-93EC0C3284F7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7093CB24-0C9E-0EE1-B270-0C1EF46F9E49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 sz="1501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8611318D-5A49-7A22-88F1-D66E179CF3B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6" tIns="50806" rIns="50806" bIns="50806" rtlCol="0" anchor="ctr"/>
              <a:lstStyle/>
              <a:p>
                <a:pPr algn="ctr">
                  <a:lnSpc>
                    <a:spcPts val="2656"/>
                  </a:lnSpc>
                </a:pPr>
                <a:endParaRPr sz="1501"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402554FA-D0B7-3CBF-219B-E9C72A2512C3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 sz="1501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8B75F77B-02F1-9110-DD5D-44235D3E37D6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 sz="1501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6AB45B47-29CE-4916-6DA3-B3EA50B7D967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82307D45-222C-D85A-57C5-4DD446634C49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 sz="1501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CFAE1964-5B33-7BE6-9A69-A77347B1E14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6" tIns="50806" rIns="50806" bIns="50806" rtlCol="0" anchor="ctr"/>
              <a:lstStyle/>
              <a:p>
                <a:pPr algn="ctr">
                  <a:lnSpc>
                    <a:spcPts val="2656"/>
                  </a:lnSpc>
                </a:pPr>
                <a:endParaRPr sz="1501"/>
              </a:p>
            </p:txBody>
          </p:sp>
        </p:grpSp>
      </p:grpSp>
      <p:sp>
        <p:nvSpPr>
          <p:cNvPr id="9632" name="2. Slide Title">
            <a:extLst>
              <a:ext uri="{FF2B5EF4-FFF2-40B4-BE49-F238E27FC236}">
                <a16:creationId xmlns:a16="http://schemas.microsoft.com/office/drawing/2014/main" id="{0BADD3AE-C17A-E19F-5C5B-055656B6DDBF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876003" y="618591"/>
            <a:ext cx="11082528" cy="58413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anchor="b" anchorCtr="0">
            <a:spAutoFit/>
          </a:bodyPr>
          <a:lstStyle>
            <a:lvl1pPr algn="ctr" defTabSz="914394" rtl="0" eaLnBrk="1" latinLnBrk="0" hangingPunct="1">
              <a:spcBef>
                <a:spcPct val="0"/>
              </a:spcBef>
              <a:buNone/>
              <a:defRPr sz="439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196" b="1" dirty="0">
                <a:latin typeface="Poppins 1 Bold" panose="020B0604020202020204" charset="0"/>
                <a:ea typeface="+mn-ea"/>
                <a:cs typeface="Poppins 1 Bold" panose="020B0604020202020204" charset="0"/>
              </a:rPr>
              <a:t>Git </a:t>
            </a:r>
            <a:r>
              <a:rPr lang="en-US" sz="3196" b="1" dirty="0" err="1">
                <a:latin typeface="Poppins 1 Bold" panose="020B0604020202020204" charset="0"/>
                <a:ea typeface="+mn-ea"/>
                <a:cs typeface="Poppins 1 Bold" panose="020B0604020202020204" charset="0"/>
              </a:rPr>
              <a:t>Remoto</a:t>
            </a:r>
            <a:endParaRPr lang="en-US" sz="3196" b="1" dirty="0">
              <a:latin typeface="Poppins 1 Bold" panose="020B0604020202020204" charset="0"/>
              <a:ea typeface="+mn-ea"/>
              <a:cs typeface="Poppins 1 Bold" panose="020B0604020202020204" charset="0"/>
            </a:endParaRP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150F9382-5DA1-AD97-0716-9374DE9E7F5E}"/>
              </a:ext>
            </a:extLst>
          </p:cNvPr>
          <p:cNvSpPr/>
          <p:nvPr/>
        </p:nvSpPr>
        <p:spPr>
          <a:xfrm>
            <a:off x="3209151" y="7733482"/>
            <a:ext cx="6416232" cy="79426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2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800" dirty="0">
                <a:solidFill>
                  <a:schemeClr val="bg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Local </a:t>
            </a:r>
            <a:r>
              <a:rPr lang="es-CO" sz="1800" dirty="0" err="1">
                <a:solidFill>
                  <a:schemeClr val="bg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working</a:t>
            </a:r>
            <a:r>
              <a:rPr lang="es-CO" sz="1800" dirty="0">
                <a:solidFill>
                  <a:schemeClr val="bg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1800" dirty="0" err="1">
                <a:solidFill>
                  <a:schemeClr val="bg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directory</a:t>
            </a:r>
            <a:endParaRPr lang="es-CO" sz="1800" dirty="0">
              <a:solidFill>
                <a:schemeClr val="bg1">
                  <a:lumMod val="50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ctr"/>
            <a:endParaRPr lang="es-CO" sz="1800" dirty="0">
              <a:solidFill>
                <a:schemeClr val="bg1">
                  <a:lumMod val="50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ctr"/>
            <a:r>
              <a:rPr lang="es-CO" sz="1800" dirty="0" err="1">
                <a:solidFill>
                  <a:schemeClr val="bg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User</a:t>
            </a:r>
            <a:r>
              <a:rPr lang="es-CO" sz="1800" dirty="0">
                <a:solidFill>
                  <a:schemeClr val="bg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/Juanes/</a:t>
            </a:r>
            <a:r>
              <a:rPr lang="es-CO" sz="1800" dirty="0" err="1">
                <a:solidFill>
                  <a:schemeClr val="bg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git</a:t>
            </a:r>
            <a:r>
              <a:rPr lang="es-CO" sz="1800" dirty="0">
                <a:solidFill>
                  <a:schemeClr val="bg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/curso-</a:t>
            </a:r>
            <a:r>
              <a:rPr lang="es-CO" sz="1800" dirty="0" err="1">
                <a:solidFill>
                  <a:schemeClr val="bg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ing</a:t>
            </a:r>
            <a:r>
              <a:rPr lang="es-CO" sz="1800" dirty="0">
                <a:solidFill>
                  <a:schemeClr val="bg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-datos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230093FE-8D17-5CD9-6318-633DB331BC3B}"/>
              </a:ext>
            </a:extLst>
          </p:cNvPr>
          <p:cNvSpPr/>
          <p:nvPr/>
        </p:nvSpPr>
        <p:spPr>
          <a:xfrm>
            <a:off x="3209151" y="6038548"/>
            <a:ext cx="3842622" cy="79426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2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600" dirty="0">
                <a:solidFill>
                  <a:schemeClr val="bg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Local </a:t>
            </a:r>
            <a:r>
              <a:rPr lang="es-CO" sz="1600" dirty="0" err="1">
                <a:solidFill>
                  <a:schemeClr val="bg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Index</a:t>
            </a:r>
            <a:r>
              <a:rPr lang="es-CO" sz="1600" dirty="0">
                <a:solidFill>
                  <a:schemeClr val="bg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file</a:t>
            </a:r>
          </a:p>
          <a:p>
            <a:pPr algn="ctr"/>
            <a:endParaRPr lang="es-CO" sz="1600" dirty="0">
              <a:solidFill>
                <a:schemeClr val="bg1">
                  <a:lumMod val="50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ctr"/>
            <a:r>
              <a:rPr lang="es-CO" sz="1200" dirty="0" err="1">
                <a:solidFill>
                  <a:schemeClr val="bg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User</a:t>
            </a:r>
            <a:r>
              <a:rPr lang="es-CO" sz="1200" dirty="0">
                <a:solidFill>
                  <a:schemeClr val="bg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/Juanes/</a:t>
            </a:r>
            <a:r>
              <a:rPr lang="es-CO" sz="1200" dirty="0" err="1">
                <a:solidFill>
                  <a:schemeClr val="bg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git</a:t>
            </a:r>
            <a:r>
              <a:rPr lang="es-CO" sz="1200" dirty="0">
                <a:solidFill>
                  <a:schemeClr val="bg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/curso-</a:t>
            </a:r>
            <a:r>
              <a:rPr lang="es-CO" sz="1200" dirty="0" err="1">
                <a:solidFill>
                  <a:schemeClr val="bg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ing</a:t>
            </a:r>
            <a:r>
              <a:rPr lang="es-CO" sz="1200" dirty="0">
                <a:solidFill>
                  <a:schemeClr val="bg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-datos/.</a:t>
            </a:r>
            <a:r>
              <a:rPr lang="es-CO" sz="1200" dirty="0" err="1">
                <a:solidFill>
                  <a:schemeClr val="bg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git</a:t>
            </a:r>
            <a:r>
              <a:rPr lang="es-CO" sz="1200" dirty="0">
                <a:solidFill>
                  <a:schemeClr val="bg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/</a:t>
            </a:r>
            <a:r>
              <a:rPr lang="es-CO" sz="1200" dirty="0" err="1">
                <a:solidFill>
                  <a:schemeClr val="bg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index</a:t>
            </a:r>
            <a:endParaRPr lang="es-CO" sz="1200" dirty="0">
              <a:solidFill>
                <a:schemeClr val="bg1">
                  <a:lumMod val="50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30C201B9-2422-6034-E332-786CFBFFE8DC}"/>
              </a:ext>
            </a:extLst>
          </p:cNvPr>
          <p:cNvSpPr/>
          <p:nvPr/>
        </p:nvSpPr>
        <p:spPr>
          <a:xfrm>
            <a:off x="3265196" y="4437856"/>
            <a:ext cx="6360184" cy="79426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2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600" dirty="0">
                <a:solidFill>
                  <a:schemeClr val="bg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Local </a:t>
            </a:r>
            <a:r>
              <a:rPr lang="es-CO" sz="1600" dirty="0" err="1">
                <a:solidFill>
                  <a:schemeClr val="bg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repository</a:t>
            </a:r>
            <a:r>
              <a:rPr lang="es-CO" sz="1600" dirty="0">
                <a:solidFill>
                  <a:schemeClr val="bg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1600" dirty="0" err="1">
                <a:solidFill>
                  <a:schemeClr val="bg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directory</a:t>
            </a:r>
            <a:endParaRPr lang="es-CO" sz="1600" dirty="0">
              <a:solidFill>
                <a:schemeClr val="bg1">
                  <a:lumMod val="50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ctr"/>
            <a:endParaRPr lang="es-CO" sz="1600" dirty="0">
              <a:solidFill>
                <a:schemeClr val="bg1">
                  <a:lumMod val="50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ctr"/>
            <a:r>
              <a:rPr lang="es-CO" sz="1600" dirty="0" err="1">
                <a:solidFill>
                  <a:schemeClr val="bg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User</a:t>
            </a:r>
            <a:r>
              <a:rPr lang="es-CO" sz="1600" dirty="0">
                <a:solidFill>
                  <a:schemeClr val="bg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/Juanes/</a:t>
            </a:r>
            <a:r>
              <a:rPr lang="es-CO" sz="1600" dirty="0" err="1">
                <a:solidFill>
                  <a:schemeClr val="bg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git</a:t>
            </a:r>
            <a:r>
              <a:rPr lang="es-CO" sz="1600" dirty="0">
                <a:solidFill>
                  <a:schemeClr val="bg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/curso-</a:t>
            </a:r>
            <a:r>
              <a:rPr lang="es-CO" sz="1600" dirty="0" err="1">
                <a:solidFill>
                  <a:schemeClr val="bg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ing</a:t>
            </a:r>
            <a:r>
              <a:rPr lang="es-CO" sz="1600" dirty="0">
                <a:solidFill>
                  <a:schemeClr val="bg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-datos</a:t>
            </a:r>
            <a:endParaRPr lang="es-CO" sz="1400" dirty="0">
              <a:solidFill>
                <a:schemeClr val="bg1">
                  <a:lumMod val="50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9321623F-DD7D-39B0-2FAD-6678B671BAA0}"/>
              </a:ext>
            </a:extLst>
          </p:cNvPr>
          <p:cNvCxnSpPr>
            <a:cxnSpLocks/>
          </p:cNvCxnSpPr>
          <p:nvPr/>
        </p:nvCxnSpPr>
        <p:spPr>
          <a:xfrm flipV="1">
            <a:off x="4944408" y="6832814"/>
            <a:ext cx="0" cy="900668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632E9E5B-5D2D-422B-E08B-92DFE14132A1}"/>
              </a:ext>
            </a:extLst>
          </p:cNvPr>
          <p:cNvCxnSpPr>
            <a:cxnSpLocks/>
          </p:cNvCxnSpPr>
          <p:nvPr/>
        </p:nvCxnSpPr>
        <p:spPr>
          <a:xfrm flipV="1">
            <a:off x="4944408" y="5268355"/>
            <a:ext cx="0" cy="770193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43081636-6D84-6D2B-2DBB-1CB637CBAB0C}"/>
              </a:ext>
            </a:extLst>
          </p:cNvPr>
          <p:cNvCxnSpPr>
            <a:cxnSpLocks/>
          </p:cNvCxnSpPr>
          <p:nvPr/>
        </p:nvCxnSpPr>
        <p:spPr>
          <a:xfrm>
            <a:off x="8329983" y="5268355"/>
            <a:ext cx="0" cy="2465127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uadroTexto 23">
            <a:extLst>
              <a:ext uri="{FF2B5EF4-FFF2-40B4-BE49-F238E27FC236}">
                <a16:creationId xmlns:a16="http://schemas.microsoft.com/office/drawing/2014/main" id="{1480F51F-078E-814B-2C35-61E98A8E54A1}"/>
              </a:ext>
            </a:extLst>
          </p:cNvPr>
          <p:cNvSpPr txBox="1"/>
          <p:nvPr/>
        </p:nvSpPr>
        <p:spPr>
          <a:xfrm>
            <a:off x="3265196" y="7065819"/>
            <a:ext cx="10070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8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git</a:t>
            </a:r>
            <a:r>
              <a:rPr lang="es-CO" sz="18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18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add</a:t>
            </a:r>
            <a:endParaRPr lang="es-CO" sz="1800" dirty="0">
              <a:solidFill>
                <a:schemeClr val="bg1">
                  <a:lumMod val="6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F9DECA2D-F3E6-D0DC-B909-EA2A4643BFBC}"/>
              </a:ext>
            </a:extLst>
          </p:cNvPr>
          <p:cNvSpPr txBox="1"/>
          <p:nvPr/>
        </p:nvSpPr>
        <p:spPr>
          <a:xfrm>
            <a:off x="3141693" y="5445807"/>
            <a:ext cx="1441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8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git</a:t>
            </a:r>
            <a:r>
              <a:rPr lang="es-CO" sz="18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18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commit</a:t>
            </a:r>
            <a:endParaRPr lang="es-CO" sz="1800" dirty="0">
              <a:solidFill>
                <a:schemeClr val="bg1">
                  <a:lumMod val="6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288F5FE6-745D-7FAD-7C83-00A584FBBA26}"/>
              </a:ext>
            </a:extLst>
          </p:cNvPr>
          <p:cNvSpPr txBox="1"/>
          <p:nvPr/>
        </p:nvSpPr>
        <p:spPr>
          <a:xfrm>
            <a:off x="8329983" y="6050215"/>
            <a:ext cx="16065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8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git</a:t>
            </a:r>
            <a:r>
              <a:rPr lang="es-CO" sz="18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18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checkout</a:t>
            </a:r>
            <a:endParaRPr lang="es-CO" sz="1800" dirty="0">
              <a:solidFill>
                <a:schemeClr val="bg1">
                  <a:lumMod val="6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EA7546C9-0155-1928-27FF-021D20B6BAF6}"/>
              </a:ext>
            </a:extLst>
          </p:cNvPr>
          <p:cNvSpPr txBox="1"/>
          <p:nvPr/>
        </p:nvSpPr>
        <p:spPr>
          <a:xfrm>
            <a:off x="5447511" y="3411244"/>
            <a:ext cx="2416905" cy="928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El repositorio local almacena todos los </a:t>
            </a:r>
            <a:r>
              <a:rPr lang="es-E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commits</a:t>
            </a:r>
            <a:r>
              <a:rPr lang="es-E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realizados localmente o recuperados de forma remota.</a:t>
            </a:r>
            <a:endParaRPr lang="es-CO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985EFDED-FFD2-8C34-A435-123B73372A64}"/>
              </a:ext>
            </a:extLst>
          </p:cNvPr>
          <p:cNvSpPr txBox="1"/>
          <p:nvPr/>
        </p:nvSpPr>
        <p:spPr>
          <a:xfrm>
            <a:off x="1299425" y="3395034"/>
            <a:ext cx="1674019" cy="719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Los cambios locales se envían al repositorio remoto.</a:t>
            </a:r>
            <a:endParaRPr lang="es-CO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BFBB11B1-1478-5FC4-00AF-AE8C0B289C4E}"/>
              </a:ext>
            </a:extLst>
          </p:cNvPr>
          <p:cNvSpPr txBox="1"/>
          <p:nvPr/>
        </p:nvSpPr>
        <p:spPr>
          <a:xfrm>
            <a:off x="10041539" y="3135669"/>
            <a:ext cx="1674019" cy="11381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Los cambios enviados al repositorio remoto se descargan en los repositorios locales.</a:t>
            </a:r>
            <a:endParaRPr lang="es-CO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636" name="Rectángulo: esquinas redondeadas 9635">
            <a:extLst>
              <a:ext uri="{FF2B5EF4-FFF2-40B4-BE49-F238E27FC236}">
                <a16:creationId xmlns:a16="http://schemas.microsoft.com/office/drawing/2014/main" id="{7736F48E-D2AE-7095-FD70-C2560163283D}"/>
              </a:ext>
            </a:extLst>
          </p:cNvPr>
          <p:cNvSpPr/>
          <p:nvPr/>
        </p:nvSpPr>
        <p:spPr>
          <a:xfrm>
            <a:off x="3209151" y="2237357"/>
            <a:ext cx="6360184" cy="794266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6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Remote </a:t>
            </a:r>
            <a:r>
              <a:rPr lang="es-CO" sz="16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repository</a:t>
            </a:r>
            <a:r>
              <a:rPr lang="es-CO" sz="16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URL</a:t>
            </a:r>
          </a:p>
          <a:p>
            <a:pPr algn="ctr"/>
            <a:endParaRPr lang="es-CO" sz="14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ctr"/>
            <a:r>
              <a:rPr lang="es-CO" sz="14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https://github.com/JEstebanMejiaV/curso-ingenieria-de-datos</a:t>
            </a:r>
            <a:endParaRPr lang="es-CO" sz="12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cxnSp>
        <p:nvCxnSpPr>
          <p:cNvPr id="9638" name="Conector recto de flecha 9637">
            <a:extLst>
              <a:ext uri="{FF2B5EF4-FFF2-40B4-BE49-F238E27FC236}">
                <a16:creationId xmlns:a16="http://schemas.microsoft.com/office/drawing/2014/main" id="{5000BF8D-92A1-EE59-8961-AA8D5081D186}"/>
              </a:ext>
            </a:extLst>
          </p:cNvPr>
          <p:cNvCxnSpPr/>
          <p:nvPr/>
        </p:nvCxnSpPr>
        <p:spPr>
          <a:xfrm flipV="1">
            <a:off x="4944408" y="3031623"/>
            <a:ext cx="0" cy="140623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39" name="CuadroTexto 9638">
            <a:extLst>
              <a:ext uri="{FF2B5EF4-FFF2-40B4-BE49-F238E27FC236}">
                <a16:creationId xmlns:a16="http://schemas.microsoft.com/office/drawing/2014/main" id="{4EDF7431-9082-718B-4EB8-8049AC8F4D25}"/>
              </a:ext>
            </a:extLst>
          </p:cNvPr>
          <p:cNvSpPr txBox="1"/>
          <p:nvPr/>
        </p:nvSpPr>
        <p:spPr>
          <a:xfrm>
            <a:off x="3686993" y="3449153"/>
            <a:ext cx="1111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800" dirty="0" err="1">
                <a:latin typeface="Poppins" panose="00000500000000000000" pitchFamily="2" charset="0"/>
                <a:cs typeface="Poppins" panose="00000500000000000000" pitchFamily="2" charset="0"/>
              </a:rPr>
              <a:t>git</a:t>
            </a:r>
            <a:r>
              <a:rPr lang="es-CO" sz="18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1800" dirty="0" err="1">
                <a:latin typeface="Poppins" panose="00000500000000000000" pitchFamily="2" charset="0"/>
                <a:cs typeface="Poppins" panose="00000500000000000000" pitchFamily="2" charset="0"/>
              </a:rPr>
              <a:t>push</a:t>
            </a:r>
            <a:endParaRPr lang="es-CO" sz="1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640" name="CuadroTexto 9639">
            <a:extLst>
              <a:ext uri="{FF2B5EF4-FFF2-40B4-BE49-F238E27FC236}">
                <a16:creationId xmlns:a16="http://schemas.microsoft.com/office/drawing/2014/main" id="{58BBBEA3-4DA3-0534-66AA-E118C35C0C79}"/>
              </a:ext>
            </a:extLst>
          </p:cNvPr>
          <p:cNvSpPr txBox="1"/>
          <p:nvPr/>
        </p:nvSpPr>
        <p:spPr>
          <a:xfrm>
            <a:off x="8526715" y="3347423"/>
            <a:ext cx="13724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800" dirty="0" err="1">
                <a:latin typeface="Poppins" panose="00000500000000000000" pitchFamily="2" charset="0"/>
                <a:cs typeface="Poppins" panose="00000500000000000000" pitchFamily="2" charset="0"/>
              </a:rPr>
              <a:t>git</a:t>
            </a:r>
            <a:r>
              <a:rPr lang="es-CO" sz="18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1800" dirty="0" err="1">
                <a:latin typeface="Poppins" panose="00000500000000000000" pitchFamily="2" charset="0"/>
                <a:cs typeface="Poppins" panose="00000500000000000000" pitchFamily="2" charset="0"/>
              </a:rPr>
              <a:t>fetch</a:t>
            </a:r>
            <a:r>
              <a:rPr lang="es-CO" sz="18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</a:p>
          <a:p>
            <a:r>
              <a:rPr lang="es-CO" sz="1800" dirty="0">
                <a:latin typeface="Poppins" panose="00000500000000000000" pitchFamily="2" charset="0"/>
                <a:cs typeface="Poppins" panose="00000500000000000000" pitchFamily="2" charset="0"/>
              </a:rPr>
              <a:t>(o </a:t>
            </a:r>
            <a:r>
              <a:rPr lang="es-CO" sz="1800" dirty="0" err="1">
                <a:latin typeface="Poppins" panose="00000500000000000000" pitchFamily="2" charset="0"/>
                <a:cs typeface="Poppins" panose="00000500000000000000" pitchFamily="2" charset="0"/>
              </a:rPr>
              <a:t>git</a:t>
            </a:r>
            <a:r>
              <a:rPr lang="es-CO" sz="18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1800" dirty="0" err="1">
                <a:latin typeface="Poppins" panose="00000500000000000000" pitchFamily="2" charset="0"/>
                <a:cs typeface="Poppins" panose="00000500000000000000" pitchFamily="2" charset="0"/>
              </a:rPr>
              <a:t>pull</a:t>
            </a:r>
            <a:r>
              <a:rPr lang="es-CO" sz="1800" dirty="0">
                <a:latin typeface="Poppins" panose="00000500000000000000" pitchFamily="2" charset="0"/>
                <a:cs typeface="Poppins" panose="00000500000000000000" pitchFamily="2" charset="0"/>
              </a:rPr>
              <a:t>)</a:t>
            </a:r>
          </a:p>
        </p:txBody>
      </p:sp>
      <p:cxnSp>
        <p:nvCxnSpPr>
          <p:cNvPr id="9641" name="Conector recto de flecha 9640">
            <a:extLst>
              <a:ext uri="{FF2B5EF4-FFF2-40B4-BE49-F238E27FC236}">
                <a16:creationId xmlns:a16="http://schemas.microsoft.com/office/drawing/2014/main" id="{7EB4B749-D37C-F285-7F74-84768DA615A5}"/>
              </a:ext>
            </a:extLst>
          </p:cNvPr>
          <p:cNvCxnSpPr>
            <a:cxnSpLocks/>
          </p:cNvCxnSpPr>
          <p:nvPr/>
        </p:nvCxnSpPr>
        <p:spPr>
          <a:xfrm>
            <a:off x="8329983" y="3062265"/>
            <a:ext cx="0" cy="137559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44" name="CuadroTexto 9643">
            <a:extLst>
              <a:ext uri="{FF2B5EF4-FFF2-40B4-BE49-F238E27FC236}">
                <a16:creationId xmlns:a16="http://schemas.microsoft.com/office/drawing/2014/main" id="{0D50DD4F-192F-DB86-60AD-0D4B28D1831E}"/>
              </a:ext>
            </a:extLst>
          </p:cNvPr>
          <p:cNvSpPr txBox="1"/>
          <p:nvPr/>
        </p:nvSpPr>
        <p:spPr>
          <a:xfrm>
            <a:off x="3937794" y="1604169"/>
            <a:ext cx="5110851" cy="510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El repositorio remoto es simplemente otro repositorio local que existe en otra máquina (en este caso, un servidor de GitHub).</a:t>
            </a:r>
            <a:endParaRPr lang="es-CO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68110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F3ECA-C056-941B-CAE8-7E842A909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36655FE-CE48-FCC1-586A-8100A3C93A3A}"/>
              </a:ext>
            </a:extLst>
          </p:cNvPr>
          <p:cNvSpPr/>
          <p:nvPr/>
        </p:nvSpPr>
        <p:spPr>
          <a:xfrm>
            <a:off x="11123217" y="45569"/>
            <a:ext cx="1388506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O" sz="1501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E8DB2636-3D9E-5229-12CD-0F6924A2E807}"/>
              </a:ext>
            </a:extLst>
          </p:cNvPr>
          <p:cNvGrpSpPr/>
          <p:nvPr/>
        </p:nvGrpSpPr>
        <p:grpSpPr>
          <a:xfrm>
            <a:off x="-62746" y="0"/>
            <a:ext cx="449045" cy="9028825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73E479EB-F855-4FDC-9663-4AC3AC87C2AE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F11B67C1-1826-9E5E-AEF7-7589DC9A7F6C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 sz="1501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EB4A1CFB-4858-9964-1DD7-EFAB210C3AD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6" tIns="50806" rIns="50806" bIns="50806" rtlCol="0" anchor="ctr"/>
              <a:lstStyle/>
              <a:p>
                <a:pPr algn="ctr">
                  <a:lnSpc>
                    <a:spcPts val="2656"/>
                  </a:lnSpc>
                </a:pPr>
                <a:endParaRPr sz="1501"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DD077975-43FD-48B3-79ED-C66A34385634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 sz="1501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E29530A1-4F00-B17B-A1A0-B553CB4785D9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 sz="1501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94D0F224-86D9-880B-586F-DA2BDD3CB622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C4DFD696-70AF-0772-7B55-872BE0C22F5E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 sz="1501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9F4A99B4-184A-3326-544B-76976542CAF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6" tIns="50806" rIns="50806" bIns="50806" rtlCol="0" anchor="ctr"/>
              <a:lstStyle/>
              <a:p>
                <a:pPr algn="ctr">
                  <a:lnSpc>
                    <a:spcPts val="2656"/>
                  </a:lnSpc>
                </a:pPr>
                <a:endParaRPr sz="1501"/>
              </a:p>
            </p:txBody>
          </p:sp>
        </p:grpSp>
      </p:grpSp>
      <p:sp>
        <p:nvSpPr>
          <p:cNvPr id="9632" name="2. Slide Title">
            <a:extLst>
              <a:ext uri="{FF2B5EF4-FFF2-40B4-BE49-F238E27FC236}">
                <a16:creationId xmlns:a16="http://schemas.microsoft.com/office/drawing/2014/main" id="{6DA88176-2046-2764-4693-8037AB27C768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763316" y="1103773"/>
            <a:ext cx="11082528" cy="58413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anchor="b" anchorCtr="0">
            <a:spAutoFit/>
          </a:bodyPr>
          <a:lstStyle>
            <a:lvl1pPr algn="ctr" defTabSz="914394" rtl="0" eaLnBrk="1" latinLnBrk="0" hangingPunct="1">
              <a:spcBef>
                <a:spcPct val="0"/>
              </a:spcBef>
              <a:buNone/>
              <a:defRPr sz="439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196" b="1" dirty="0">
                <a:latin typeface="Poppins 1 Bold" panose="020B0604020202020204" charset="0"/>
                <a:ea typeface="+mn-ea"/>
                <a:cs typeface="Poppins 1 Bold" panose="020B0604020202020204" charset="0"/>
              </a:rPr>
              <a:t>Branch Strategy: Trunk based + Feature Branches</a:t>
            </a:r>
          </a:p>
        </p:txBody>
      </p:sp>
      <p:sp>
        <p:nvSpPr>
          <p:cNvPr id="9633" name="TextBox 19">
            <a:extLst>
              <a:ext uri="{FF2B5EF4-FFF2-40B4-BE49-F238E27FC236}">
                <a16:creationId xmlns:a16="http://schemas.microsoft.com/office/drawing/2014/main" id="{E47E7D66-C541-7685-43A7-EF0DCDEBD560}"/>
              </a:ext>
            </a:extLst>
          </p:cNvPr>
          <p:cNvSpPr txBox="1"/>
          <p:nvPr/>
        </p:nvSpPr>
        <p:spPr>
          <a:xfrm>
            <a:off x="6936729" y="7485315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GB" sz="1600" dirty="0"/>
          </a:p>
        </p:txBody>
      </p:sp>
      <p:sp>
        <p:nvSpPr>
          <p:cNvPr id="9634" name="Google Shape;66;p15">
            <a:extLst>
              <a:ext uri="{FF2B5EF4-FFF2-40B4-BE49-F238E27FC236}">
                <a16:creationId xmlns:a16="http://schemas.microsoft.com/office/drawing/2014/main" id="{A7BA001F-9D5E-5D83-AAE4-E5521513C12B}"/>
              </a:ext>
            </a:extLst>
          </p:cNvPr>
          <p:cNvSpPr txBox="1"/>
          <p:nvPr/>
        </p:nvSpPr>
        <p:spPr>
          <a:xfrm>
            <a:off x="6737319" y="6870203"/>
            <a:ext cx="1105349" cy="402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</a:rPr>
              <a:t>Release v1.1</a:t>
            </a:r>
            <a:endParaRPr kumimoji="0" sz="105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9635" name="Straight Connector 22">
            <a:extLst>
              <a:ext uri="{FF2B5EF4-FFF2-40B4-BE49-F238E27FC236}">
                <a16:creationId xmlns:a16="http://schemas.microsoft.com/office/drawing/2014/main" id="{FE0F54E2-6C5B-6531-B94F-10AA6C6DF729}"/>
              </a:ext>
            </a:extLst>
          </p:cNvPr>
          <p:cNvCxnSpPr>
            <a:cxnSpLocks/>
          </p:cNvCxnSpPr>
          <p:nvPr/>
        </p:nvCxnSpPr>
        <p:spPr>
          <a:xfrm flipV="1">
            <a:off x="2080620" y="6630020"/>
            <a:ext cx="6675039" cy="27218"/>
          </a:xfrm>
          <a:prstGeom prst="line">
            <a:avLst/>
          </a:prstGeom>
          <a:ln w="6350" cap="flat">
            <a:solidFill>
              <a:srgbClr val="7F7F7F"/>
            </a:solidFill>
            <a:prstDash val="solid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36" name="Google Shape;66;p15">
            <a:extLst>
              <a:ext uri="{FF2B5EF4-FFF2-40B4-BE49-F238E27FC236}">
                <a16:creationId xmlns:a16="http://schemas.microsoft.com/office/drawing/2014/main" id="{F128E591-093D-C47E-D71A-5ECA4ED9F275}"/>
              </a:ext>
            </a:extLst>
          </p:cNvPr>
          <p:cNvSpPr txBox="1"/>
          <p:nvPr/>
        </p:nvSpPr>
        <p:spPr>
          <a:xfrm>
            <a:off x="773179" y="5196463"/>
            <a:ext cx="757032" cy="665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</a:rPr>
              <a:t>Rama protegida, necesita aprobación</a:t>
            </a:r>
          </a:p>
        </p:txBody>
      </p:sp>
      <p:cxnSp>
        <p:nvCxnSpPr>
          <p:cNvPr id="9637" name="Straight Connector 45">
            <a:extLst>
              <a:ext uri="{FF2B5EF4-FFF2-40B4-BE49-F238E27FC236}">
                <a16:creationId xmlns:a16="http://schemas.microsoft.com/office/drawing/2014/main" id="{F5D5F57F-AC49-B65B-28BC-C5BB766A28D4}"/>
              </a:ext>
            </a:extLst>
          </p:cNvPr>
          <p:cNvCxnSpPr>
            <a:cxnSpLocks/>
          </p:cNvCxnSpPr>
          <p:nvPr/>
        </p:nvCxnSpPr>
        <p:spPr>
          <a:xfrm flipV="1">
            <a:off x="2093412" y="3402830"/>
            <a:ext cx="7956000" cy="0"/>
          </a:xfrm>
          <a:prstGeom prst="line">
            <a:avLst/>
          </a:prstGeom>
          <a:ln w="6350" cap="flat">
            <a:solidFill>
              <a:srgbClr val="7F7F7F"/>
            </a:solidFill>
            <a:prstDash val="solid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38" name="Google Shape;65;p15">
            <a:extLst>
              <a:ext uri="{FF2B5EF4-FFF2-40B4-BE49-F238E27FC236}">
                <a16:creationId xmlns:a16="http://schemas.microsoft.com/office/drawing/2014/main" id="{52FF4969-945D-31F0-7220-2334BF59C74B}"/>
              </a:ext>
            </a:extLst>
          </p:cNvPr>
          <p:cNvCxnSpPr>
            <a:cxnSpLocks/>
          </p:cNvCxnSpPr>
          <p:nvPr/>
        </p:nvCxnSpPr>
        <p:spPr>
          <a:xfrm>
            <a:off x="2080620" y="4817146"/>
            <a:ext cx="8003294" cy="0"/>
          </a:xfrm>
          <a:prstGeom prst="straightConnector1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39" name="Google Shape;68;p15">
            <a:extLst>
              <a:ext uri="{FF2B5EF4-FFF2-40B4-BE49-F238E27FC236}">
                <a16:creationId xmlns:a16="http://schemas.microsoft.com/office/drawing/2014/main" id="{3A628F07-8B4B-280C-66C8-DAEBA1012F04}"/>
              </a:ext>
            </a:extLst>
          </p:cNvPr>
          <p:cNvSpPr/>
          <p:nvPr/>
        </p:nvSpPr>
        <p:spPr>
          <a:xfrm>
            <a:off x="2273418" y="4666898"/>
            <a:ext cx="338676" cy="327763"/>
          </a:xfrm>
          <a:prstGeom prst="ellipse">
            <a:avLst/>
          </a:prstGeom>
          <a:solidFill>
            <a:schemeClr val="accent3"/>
          </a:solidFill>
          <a:ln w="28575" cap="sq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9640" name="Google Shape;66;p15">
            <a:extLst>
              <a:ext uri="{FF2B5EF4-FFF2-40B4-BE49-F238E27FC236}">
                <a16:creationId xmlns:a16="http://schemas.microsoft.com/office/drawing/2014/main" id="{1C46E597-5E1A-25C0-BECA-C2CACBFE73CA}"/>
              </a:ext>
            </a:extLst>
          </p:cNvPr>
          <p:cNvSpPr txBox="1"/>
          <p:nvPr/>
        </p:nvSpPr>
        <p:spPr>
          <a:xfrm>
            <a:off x="1210013" y="4588505"/>
            <a:ext cx="982197" cy="458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</a:rPr>
              <a:t>Main</a:t>
            </a:r>
            <a:endParaRPr kumimoji="0" sz="11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9641" name="Google Shape;82;p15">
            <a:extLst>
              <a:ext uri="{FF2B5EF4-FFF2-40B4-BE49-F238E27FC236}">
                <a16:creationId xmlns:a16="http://schemas.microsoft.com/office/drawing/2014/main" id="{9455D806-5D31-064F-52DE-F6D4D182749C}"/>
              </a:ext>
            </a:extLst>
          </p:cNvPr>
          <p:cNvSpPr/>
          <p:nvPr/>
        </p:nvSpPr>
        <p:spPr>
          <a:xfrm>
            <a:off x="4584171" y="4693223"/>
            <a:ext cx="338676" cy="327763"/>
          </a:xfrm>
          <a:prstGeom prst="ellipse">
            <a:avLst/>
          </a:prstGeom>
          <a:solidFill>
            <a:schemeClr val="accent3"/>
          </a:solidFill>
          <a:ln w="19050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pic>
        <p:nvPicPr>
          <p:cNvPr id="9642" name="Picture 2" descr="Resultado de imagen para candado  LOGO">
            <a:extLst>
              <a:ext uri="{FF2B5EF4-FFF2-40B4-BE49-F238E27FC236}">
                <a16:creationId xmlns:a16="http://schemas.microsoft.com/office/drawing/2014/main" id="{5A9695B6-F636-3D41-56F7-510DD5538F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70445" y="4627912"/>
            <a:ext cx="379545" cy="379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643" name="Google Shape;66;p15">
            <a:extLst>
              <a:ext uri="{FF2B5EF4-FFF2-40B4-BE49-F238E27FC236}">
                <a16:creationId xmlns:a16="http://schemas.microsoft.com/office/drawing/2014/main" id="{E227C137-1935-760B-197B-E7EAA3CE0A26}"/>
              </a:ext>
            </a:extLst>
          </p:cNvPr>
          <p:cNvSpPr txBox="1"/>
          <p:nvPr/>
        </p:nvSpPr>
        <p:spPr>
          <a:xfrm>
            <a:off x="1210013" y="2750080"/>
            <a:ext cx="1002336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</a:rPr>
              <a:t>Feature</a:t>
            </a:r>
            <a:br>
              <a:rPr kumimoji="0" lang="en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</a:rPr>
            </a:br>
            <a:r>
              <a:rPr kumimoji="0" lang="en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</a:rPr>
              <a:t>Branches</a:t>
            </a:r>
            <a:br>
              <a:rPr kumimoji="0" lang="en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</a:rPr>
            </a:br>
            <a:r>
              <a:rPr kumimoji="0" lang="es-ES_tradnl" sz="800" b="0" i="0" u="none" strike="noStrike" kern="1200" cap="none" spc="0" normalizeH="0" baseline="0" dirty="0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</a:rPr>
              <a:t>(por cada HU)</a:t>
            </a:r>
          </a:p>
        </p:txBody>
      </p:sp>
      <p:sp>
        <p:nvSpPr>
          <p:cNvPr id="9644" name="Google Shape;161;p17">
            <a:extLst>
              <a:ext uri="{FF2B5EF4-FFF2-40B4-BE49-F238E27FC236}">
                <a16:creationId xmlns:a16="http://schemas.microsoft.com/office/drawing/2014/main" id="{12A30F32-C84A-CA15-178A-257894330F7A}"/>
              </a:ext>
            </a:extLst>
          </p:cNvPr>
          <p:cNvSpPr/>
          <p:nvPr/>
        </p:nvSpPr>
        <p:spPr>
          <a:xfrm>
            <a:off x="2976794" y="3238949"/>
            <a:ext cx="338676" cy="327763"/>
          </a:xfrm>
          <a:prstGeom prst="ellipse">
            <a:avLst/>
          </a:prstGeom>
          <a:solidFill>
            <a:schemeClr val="accent1">
              <a:lumMod val="25000"/>
              <a:lumOff val="75000"/>
            </a:schemeClr>
          </a:solidFill>
          <a:ln w="28575" cap="sq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9645" name="Google Shape;72;p15">
            <a:extLst>
              <a:ext uri="{FF2B5EF4-FFF2-40B4-BE49-F238E27FC236}">
                <a16:creationId xmlns:a16="http://schemas.microsoft.com/office/drawing/2014/main" id="{DE7FC58B-B233-8F0C-1A3C-29F6714EEE5D}"/>
              </a:ext>
            </a:extLst>
          </p:cNvPr>
          <p:cNvCxnSpPr>
            <a:cxnSpLocks/>
            <a:stCxn id="9639" idx="0"/>
            <a:endCxn id="9644" idx="3"/>
          </p:cNvCxnSpPr>
          <p:nvPr/>
        </p:nvCxnSpPr>
        <p:spPr>
          <a:xfrm flipV="1">
            <a:off x="2442756" y="3518712"/>
            <a:ext cx="583636" cy="1148186"/>
          </a:xfrm>
          <a:prstGeom prst="straightConnector1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46" name="Google Shape;72;p15">
            <a:extLst>
              <a:ext uri="{FF2B5EF4-FFF2-40B4-BE49-F238E27FC236}">
                <a16:creationId xmlns:a16="http://schemas.microsoft.com/office/drawing/2014/main" id="{8B340FF0-EFAC-D26F-C26D-FF2286F86A05}"/>
              </a:ext>
            </a:extLst>
          </p:cNvPr>
          <p:cNvCxnSpPr>
            <a:cxnSpLocks/>
            <a:stCxn id="9649" idx="5"/>
            <a:endCxn id="9641" idx="1"/>
          </p:cNvCxnSpPr>
          <p:nvPr/>
        </p:nvCxnSpPr>
        <p:spPr>
          <a:xfrm>
            <a:off x="4105190" y="3518712"/>
            <a:ext cx="528579" cy="1222511"/>
          </a:xfrm>
          <a:prstGeom prst="straightConnector1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47" name="Google Shape;66;p15">
            <a:extLst>
              <a:ext uri="{FF2B5EF4-FFF2-40B4-BE49-F238E27FC236}">
                <a16:creationId xmlns:a16="http://schemas.microsoft.com/office/drawing/2014/main" id="{9AE42955-0F89-0686-FD54-532902E46C81}"/>
              </a:ext>
            </a:extLst>
          </p:cNvPr>
          <p:cNvSpPr txBox="1"/>
          <p:nvPr/>
        </p:nvSpPr>
        <p:spPr>
          <a:xfrm>
            <a:off x="10196102" y="4608000"/>
            <a:ext cx="1621368" cy="415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000" tIns="121900" rIns="72000" bIns="1219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</a:rPr>
              <a:t>QA Code</a:t>
            </a:r>
            <a:endParaRPr kumimoji="0" sz="105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9648" name="Google Shape;66;p15">
            <a:extLst>
              <a:ext uri="{FF2B5EF4-FFF2-40B4-BE49-F238E27FC236}">
                <a16:creationId xmlns:a16="http://schemas.microsoft.com/office/drawing/2014/main" id="{89C80CF8-DA4F-0171-E12C-C169AF39132A}"/>
              </a:ext>
            </a:extLst>
          </p:cNvPr>
          <p:cNvSpPr txBox="1"/>
          <p:nvPr/>
        </p:nvSpPr>
        <p:spPr>
          <a:xfrm>
            <a:off x="4486487" y="3453482"/>
            <a:ext cx="761086" cy="377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</a:rPr>
              <a:t>Pull Request</a:t>
            </a:r>
            <a:endParaRPr kumimoji="0" sz="105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9649" name="Google Shape;161;p17">
            <a:extLst>
              <a:ext uri="{FF2B5EF4-FFF2-40B4-BE49-F238E27FC236}">
                <a16:creationId xmlns:a16="http://schemas.microsoft.com/office/drawing/2014/main" id="{C65766B4-9EDA-3DB0-DA1A-6113F0F70CA8}"/>
              </a:ext>
            </a:extLst>
          </p:cNvPr>
          <p:cNvSpPr/>
          <p:nvPr/>
        </p:nvSpPr>
        <p:spPr>
          <a:xfrm>
            <a:off x="3816112" y="3238949"/>
            <a:ext cx="338676" cy="327763"/>
          </a:xfrm>
          <a:prstGeom prst="ellipse">
            <a:avLst/>
          </a:prstGeom>
          <a:solidFill>
            <a:schemeClr val="accent1">
              <a:lumMod val="25000"/>
              <a:lumOff val="75000"/>
            </a:schemeClr>
          </a:solidFill>
          <a:ln w="28575" cap="sq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9650" name="Google Shape;166;p17">
            <a:extLst>
              <a:ext uri="{FF2B5EF4-FFF2-40B4-BE49-F238E27FC236}">
                <a16:creationId xmlns:a16="http://schemas.microsoft.com/office/drawing/2014/main" id="{2F086CEF-BA12-D8E7-2BCA-09F40DAE190E}"/>
              </a:ext>
            </a:extLst>
          </p:cNvPr>
          <p:cNvCxnSpPr>
            <a:cxnSpLocks/>
          </p:cNvCxnSpPr>
          <p:nvPr/>
        </p:nvCxnSpPr>
        <p:spPr>
          <a:xfrm>
            <a:off x="3315470" y="3402830"/>
            <a:ext cx="500642" cy="0"/>
          </a:xfrm>
          <a:prstGeom prst="straightConnector1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51" name="Google Shape;66;p15">
            <a:extLst>
              <a:ext uri="{FF2B5EF4-FFF2-40B4-BE49-F238E27FC236}">
                <a16:creationId xmlns:a16="http://schemas.microsoft.com/office/drawing/2014/main" id="{44732493-5230-8F7F-03E6-35906F0820A5}"/>
              </a:ext>
            </a:extLst>
          </p:cNvPr>
          <p:cNvSpPr txBox="1"/>
          <p:nvPr/>
        </p:nvSpPr>
        <p:spPr>
          <a:xfrm>
            <a:off x="10196102" y="2868672"/>
            <a:ext cx="1353856" cy="391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000" tIns="121900" rIns="72000" bIns="1219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</a:rPr>
              <a:t>Development Code</a:t>
            </a:r>
            <a:endParaRPr kumimoji="0" sz="105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pic>
        <p:nvPicPr>
          <p:cNvPr id="9652" name="Picture 10" descr="Resultado de imagen para reloj de arena logo">
            <a:extLst>
              <a:ext uri="{FF2B5EF4-FFF2-40B4-BE49-F238E27FC236}">
                <a16:creationId xmlns:a16="http://schemas.microsoft.com/office/drawing/2014/main" id="{8A8DDAF7-FAB6-7662-6B1F-6FF9607EB8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81785" y="2899203"/>
            <a:ext cx="356865" cy="356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653" name="Shape 98">
            <a:extLst>
              <a:ext uri="{FF2B5EF4-FFF2-40B4-BE49-F238E27FC236}">
                <a16:creationId xmlns:a16="http://schemas.microsoft.com/office/drawing/2014/main" id="{419E1C9D-C711-E534-7E60-C0014E947454}"/>
              </a:ext>
            </a:extLst>
          </p:cNvPr>
          <p:cNvPicPr preferRelativeResize="0"/>
          <p:nvPr/>
        </p:nvPicPr>
        <p:blipFill rotWithShape="1">
          <a:blip r:embed="rId8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02159" y="3456596"/>
            <a:ext cx="196439" cy="196439"/>
          </a:xfrm>
          <a:prstGeom prst="rect">
            <a:avLst/>
          </a:prstGeom>
          <a:noFill/>
          <a:ln>
            <a:noFill/>
          </a:ln>
        </p:spPr>
      </p:pic>
      <p:sp>
        <p:nvSpPr>
          <p:cNvPr id="9654" name="Google Shape;66;p15">
            <a:extLst>
              <a:ext uri="{FF2B5EF4-FFF2-40B4-BE49-F238E27FC236}">
                <a16:creationId xmlns:a16="http://schemas.microsoft.com/office/drawing/2014/main" id="{1FE34112-5E5B-9A27-3F86-190489471686}"/>
              </a:ext>
            </a:extLst>
          </p:cNvPr>
          <p:cNvSpPr txBox="1"/>
          <p:nvPr/>
        </p:nvSpPr>
        <p:spPr>
          <a:xfrm>
            <a:off x="4172876" y="3637598"/>
            <a:ext cx="451112" cy="200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</a:rPr>
              <a:t>Dev</a:t>
            </a:r>
            <a:endParaRPr kumimoji="0" sz="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pic>
        <p:nvPicPr>
          <p:cNvPr id="9655" name="Shape 103">
            <a:extLst>
              <a:ext uri="{FF2B5EF4-FFF2-40B4-BE49-F238E27FC236}">
                <a16:creationId xmlns:a16="http://schemas.microsoft.com/office/drawing/2014/main" id="{1598882D-0887-471F-DE6C-022815BF650C}"/>
              </a:ext>
            </a:extLst>
          </p:cNvPr>
          <p:cNvPicPr preferRelativeResize="0"/>
          <p:nvPr/>
        </p:nvPicPr>
        <p:blipFill rotWithShape="1">
          <a:blip r:embed="rId9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04428" y="4316768"/>
            <a:ext cx="196439" cy="19643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656" name="Google Shape;166;p17">
            <a:extLst>
              <a:ext uri="{FF2B5EF4-FFF2-40B4-BE49-F238E27FC236}">
                <a16:creationId xmlns:a16="http://schemas.microsoft.com/office/drawing/2014/main" id="{F076A4C4-AF26-9F3D-F5DE-0E2E1E6B6558}"/>
              </a:ext>
            </a:extLst>
          </p:cNvPr>
          <p:cNvCxnSpPr>
            <a:cxnSpLocks/>
          </p:cNvCxnSpPr>
          <p:nvPr/>
        </p:nvCxnSpPr>
        <p:spPr>
          <a:xfrm>
            <a:off x="5078715" y="3620307"/>
            <a:ext cx="327399" cy="0"/>
          </a:xfrm>
          <a:prstGeom prst="straightConnector1">
            <a:avLst/>
          </a:prstGeom>
          <a:noFill/>
          <a:ln w="63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657" name="Flecha abajo 26">
            <a:extLst>
              <a:ext uri="{FF2B5EF4-FFF2-40B4-BE49-F238E27FC236}">
                <a16:creationId xmlns:a16="http://schemas.microsoft.com/office/drawing/2014/main" id="{5683E852-6358-AADC-A13A-FEDC25FE1B79}"/>
              </a:ext>
            </a:extLst>
          </p:cNvPr>
          <p:cNvSpPr/>
          <p:nvPr/>
        </p:nvSpPr>
        <p:spPr>
          <a:xfrm rot="10800000">
            <a:off x="2298218" y="5061975"/>
            <a:ext cx="289078" cy="14665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9658" name="Google Shape;66;p15">
            <a:extLst>
              <a:ext uri="{FF2B5EF4-FFF2-40B4-BE49-F238E27FC236}">
                <a16:creationId xmlns:a16="http://schemas.microsoft.com/office/drawing/2014/main" id="{8C14C4B5-33D5-FC2D-5E77-F46FC2267BBD}"/>
              </a:ext>
            </a:extLst>
          </p:cNvPr>
          <p:cNvSpPr txBox="1"/>
          <p:nvPr/>
        </p:nvSpPr>
        <p:spPr>
          <a:xfrm>
            <a:off x="2070765" y="5160486"/>
            <a:ext cx="744214" cy="402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</a:rPr>
              <a:t>Release</a:t>
            </a:r>
            <a:br>
              <a:rPr kumimoji="0" lang="en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</a:rPr>
            </a:br>
            <a:r>
              <a:rPr kumimoji="0" lang="en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</a:rPr>
              <a:t>v1.0</a:t>
            </a:r>
            <a:endParaRPr kumimoji="0" sz="105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9659" name="Google Shape;66;p15">
            <a:extLst>
              <a:ext uri="{FF2B5EF4-FFF2-40B4-BE49-F238E27FC236}">
                <a16:creationId xmlns:a16="http://schemas.microsoft.com/office/drawing/2014/main" id="{C4CC5DBD-7F0D-1A4C-5202-78613B4F5AB3}"/>
              </a:ext>
            </a:extLst>
          </p:cNvPr>
          <p:cNvSpPr txBox="1"/>
          <p:nvPr/>
        </p:nvSpPr>
        <p:spPr>
          <a:xfrm>
            <a:off x="4634915" y="4493825"/>
            <a:ext cx="636960" cy="195814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36000" tIns="36000" rIns="36000" bIns="360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</a:rPr>
              <a:t>Tech Leader</a:t>
            </a:r>
            <a:endParaRPr kumimoji="0" sz="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9660" name="Google Shape;66;p15">
            <a:extLst>
              <a:ext uri="{FF2B5EF4-FFF2-40B4-BE49-F238E27FC236}">
                <a16:creationId xmlns:a16="http://schemas.microsoft.com/office/drawing/2014/main" id="{D3BCA397-00EB-E5DD-6312-2B285F56A950}"/>
              </a:ext>
            </a:extLst>
          </p:cNvPr>
          <p:cNvSpPr txBox="1"/>
          <p:nvPr/>
        </p:nvSpPr>
        <p:spPr>
          <a:xfrm>
            <a:off x="5140500" y="4354803"/>
            <a:ext cx="1359411" cy="327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105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</a:rPr>
              <a:t>Code</a:t>
            </a:r>
            <a:r>
              <a:rPr kumimoji="0" lang="es-ES_tradnl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</a:rPr>
              <a:t> </a:t>
            </a:r>
            <a:r>
              <a:rPr kumimoji="0" lang="es-ES_tradnl" sz="105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</a:rPr>
              <a:t>Review</a:t>
            </a:r>
            <a:r>
              <a:rPr kumimoji="0" lang="es-ES_tradnl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</a:rPr>
              <a:t> and </a:t>
            </a:r>
            <a:br>
              <a:rPr kumimoji="0" lang="es-ES_tradnl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</a:rPr>
            </a:br>
            <a:r>
              <a:rPr kumimoji="0" lang="es-ES_tradnl" sz="105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</a:rPr>
              <a:t>Approve</a:t>
            </a:r>
            <a:r>
              <a:rPr kumimoji="0" lang="es-ES_tradnl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</a:rPr>
              <a:t> PR</a:t>
            </a:r>
          </a:p>
        </p:txBody>
      </p:sp>
      <p:cxnSp>
        <p:nvCxnSpPr>
          <p:cNvPr id="9661" name="Google Shape;72;p15">
            <a:extLst>
              <a:ext uri="{FF2B5EF4-FFF2-40B4-BE49-F238E27FC236}">
                <a16:creationId xmlns:a16="http://schemas.microsoft.com/office/drawing/2014/main" id="{36BDEE33-7E06-9BE7-3DE2-99538302E74E}"/>
              </a:ext>
            </a:extLst>
          </p:cNvPr>
          <p:cNvCxnSpPr>
            <a:cxnSpLocks/>
          </p:cNvCxnSpPr>
          <p:nvPr/>
        </p:nvCxnSpPr>
        <p:spPr>
          <a:xfrm flipH="1" flipV="1">
            <a:off x="3972579" y="3594084"/>
            <a:ext cx="0" cy="1162720"/>
          </a:xfrm>
          <a:prstGeom prst="straightConnector1">
            <a:avLst/>
          </a:prstGeom>
          <a:noFill/>
          <a:ln w="6350" cap="flat" cmpd="sng">
            <a:solidFill>
              <a:schemeClr val="tx1"/>
            </a:solidFill>
            <a:prstDash val="sysDash"/>
            <a:round/>
            <a:headEnd type="none" w="med" len="med"/>
            <a:tailEnd type="triangle" w="med" len="med"/>
          </a:ln>
        </p:spPr>
      </p:cxnSp>
      <p:sp>
        <p:nvSpPr>
          <p:cNvPr id="9662" name="Google Shape;66;p15">
            <a:extLst>
              <a:ext uri="{FF2B5EF4-FFF2-40B4-BE49-F238E27FC236}">
                <a16:creationId xmlns:a16="http://schemas.microsoft.com/office/drawing/2014/main" id="{F222D3DF-DF7D-1A40-D081-AEDC94C84FA4}"/>
              </a:ext>
            </a:extLst>
          </p:cNvPr>
          <p:cNvSpPr txBox="1"/>
          <p:nvPr/>
        </p:nvSpPr>
        <p:spPr>
          <a:xfrm>
            <a:off x="3917852" y="4010777"/>
            <a:ext cx="481934" cy="377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</a:rPr>
              <a:t>Pull</a:t>
            </a:r>
            <a:endParaRPr kumimoji="0" sz="105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9663" name="Group 71">
            <a:extLst>
              <a:ext uri="{FF2B5EF4-FFF2-40B4-BE49-F238E27FC236}">
                <a16:creationId xmlns:a16="http://schemas.microsoft.com/office/drawing/2014/main" id="{33B2DBAA-013B-5BDB-2199-F6B38ABD3322}"/>
              </a:ext>
            </a:extLst>
          </p:cNvPr>
          <p:cNvGrpSpPr/>
          <p:nvPr/>
        </p:nvGrpSpPr>
        <p:grpSpPr>
          <a:xfrm>
            <a:off x="6874767" y="3430206"/>
            <a:ext cx="2038101" cy="559773"/>
            <a:chOff x="6178679" y="2736672"/>
            <a:chExt cx="2241046" cy="615513"/>
          </a:xfrm>
        </p:grpSpPr>
        <p:sp>
          <p:nvSpPr>
            <p:cNvPr id="9664" name="Shape 114">
              <a:extLst>
                <a:ext uri="{FF2B5EF4-FFF2-40B4-BE49-F238E27FC236}">
                  <a16:creationId xmlns:a16="http://schemas.microsoft.com/office/drawing/2014/main" id="{D6F0B2F4-78D2-283A-2456-6246F4196C99}"/>
                </a:ext>
              </a:extLst>
            </p:cNvPr>
            <p:cNvSpPr txBox="1"/>
            <p:nvPr/>
          </p:nvSpPr>
          <p:spPr>
            <a:xfrm>
              <a:off x="6531663" y="2736672"/>
              <a:ext cx="1888062" cy="6155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8000" tIns="121900" rIns="360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PE" sz="105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Open Sans" panose="020B0606030504020204" pitchFamily="34" charset="0"/>
                  <a:cs typeface="Arial" panose="020B0604020202020204" pitchFamily="34" charset="0"/>
                </a:rPr>
                <a:t>Continuous Integration</a:t>
              </a:r>
              <a:endParaRPr kumimoji="0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Open Sans" panose="020B0606030504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9665" name="Graphic 73" descr="Single gear">
              <a:extLst>
                <a:ext uri="{FF2B5EF4-FFF2-40B4-BE49-F238E27FC236}">
                  <a16:creationId xmlns:a16="http://schemas.microsoft.com/office/drawing/2014/main" id="{6244D32A-BD9B-200A-BD7B-405062A81EB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178679" y="2808355"/>
              <a:ext cx="457200" cy="458329"/>
            </a:xfrm>
            <a:prstGeom prst="rect">
              <a:avLst/>
            </a:prstGeom>
          </p:spPr>
        </p:pic>
      </p:grpSp>
      <p:cxnSp>
        <p:nvCxnSpPr>
          <p:cNvPr id="9666" name="Google Shape;166;p17">
            <a:extLst>
              <a:ext uri="{FF2B5EF4-FFF2-40B4-BE49-F238E27FC236}">
                <a16:creationId xmlns:a16="http://schemas.microsoft.com/office/drawing/2014/main" id="{70D387EA-1C79-45CD-A263-F7120FFD4901}"/>
              </a:ext>
            </a:extLst>
          </p:cNvPr>
          <p:cNvCxnSpPr>
            <a:cxnSpLocks/>
            <a:endCxn id="9665" idx="1"/>
          </p:cNvCxnSpPr>
          <p:nvPr/>
        </p:nvCxnSpPr>
        <p:spPr>
          <a:xfrm flipV="1">
            <a:off x="5850340" y="3703809"/>
            <a:ext cx="1024427" cy="0"/>
          </a:xfrm>
          <a:prstGeom prst="straightConnector1">
            <a:avLst/>
          </a:prstGeom>
          <a:noFill/>
          <a:ln w="63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9667" name="Group 75">
            <a:extLst>
              <a:ext uri="{FF2B5EF4-FFF2-40B4-BE49-F238E27FC236}">
                <a16:creationId xmlns:a16="http://schemas.microsoft.com/office/drawing/2014/main" id="{A71BBC74-B22E-29CC-FDD9-EF5C96C0F651}"/>
              </a:ext>
            </a:extLst>
          </p:cNvPr>
          <p:cNvGrpSpPr/>
          <p:nvPr/>
        </p:nvGrpSpPr>
        <p:grpSpPr>
          <a:xfrm>
            <a:off x="4392927" y="5655513"/>
            <a:ext cx="1699066" cy="416824"/>
            <a:chOff x="5025518" y="1732174"/>
            <a:chExt cx="1872865" cy="458329"/>
          </a:xfrm>
        </p:grpSpPr>
        <p:sp>
          <p:nvSpPr>
            <p:cNvPr id="9668" name="Shape 114">
              <a:extLst>
                <a:ext uri="{FF2B5EF4-FFF2-40B4-BE49-F238E27FC236}">
                  <a16:creationId xmlns:a16="http://schemas.microsoft.com/office/drawing/2014/main" id="{1B04F188-DCB4-2EC1-8CAD-940051A6697D}"/>
                </a:ext>
              </a:extLst>
            </p:cNvPr>
            <p:cNvSpPr txBox="1"/>
            <p:nvPr/>
          </p:nvSpPr>
          <p:spPr>
            <a:xfrm>
              <a:off x="5370298" y="1804161"/>
              <a:ext cx="1528085" cy="3281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PE" sz="105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Open Sans" panose="020B0606030504020204" pitchFamily="34" charset="0"/>
                  <a:cs typeface="Arial" panose="020B0604020202020204" pitchFamily="34" charset="0"/>
                </a:rPr>
                <a:t>Deploy QA</a:t>
              </a:r>
              <a:endParaRPr kumimoji="0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Open Sans" panose="020B0606030504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9669" name="Graphic 77" descr="Single gear">
              <a:extLst>
                <a:ext uri="{FF2B5EF4-FFF2-40B4-BE49-F238E27FC236}">
                  <a16:creationId xmlns:a16="http://schemas.microsoft.com/office/drawing/2014/main" id="{4AF863C2-646D-4A7E-29B3-0C846147EB5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5025516" y="1732174"/>
              <a:ext cx="458329" cy="458329"/>
            </a:xfrm>
            <a:prstGeom prst="rect">
              <a:avLst/>
            </a:prstGeom>
          </p:spPr>
        </p:pic>
      </p:grpSp>
      <p:cxnSp>
        <p:nvCxnSpPr>
          <p:cNvPr id="9670" name="Google Shape;166;p17">
            <a:extLst>
              <a:ext uri="{FF2B5EF4-FFF2-40B4-BE49-F238E27FC236}">
                <a16:creationId xmlns:a16="http://schemas.microsoft.com/office/drawing/2014/main" id="{E02354B4-9631-7A02-8F2B-230B47877176}"/>
              </a:ext>
            </a:extLst>
          </p:cNvPr>
          <p:cNvCxnSpPr>
            <a:cxnSpLocks/>
          </p:cNvCxnSpPr>
          <p:nvPr/>
        </p:nvCxnSpPr>
        <p:spPr>
          <a:xfrm>
            <a:off x="4600824" y="5580363"/>
            <a:ext cx="0" cy="99849"/>
          </a:xfrm>
          <a:prstGeom prst="straightConnector1">
            <a:avLst/>
          </a:prstGeom>
          <a:noFill/>
          <a:ln w="63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9671" name="Group 79">
            <a:extLst>
              <a:ext uri="{FF2B5EF4-FFF2-40B4-BE49-F238E27FC236}">
                <a16:creationId xmlns:a16="http://schemas.microsoft.com/office/drawing/2014/main" id="{A047F094-291B-9DF4-6EAA-F769106E7F5D}"/>
              </a:ext>
            </a:extLst>
          </p:cNvPr>
          <p:cNvGrpSpPr>
            <a:grpSpLocks noChangeAspect="1"/>
          </p:cNvGrpSpPr>
          <p:nvPr/>
        </p:nvGrpSpPr>
        <p:grpSpPr>
          <a:xfrm>
            <a:off x="5245030" y="3458828"/>
            <a:ext cx="674865" cy="463510"/>
            <a:chOff x="3424036" y="4960128"/>
            <a:chExt cx="860582" cy="591064"/>
          </a:xfrm>
        </p:grpSpPr>
        <p:pic>
          <p:nvPicPr>
            <p:cNvPr id="9672" name="Picture 6" descr="GitHub Actions · GitHub">
              <a:extLst>
                <a:ext uri="{FF2B5EF4-FFF2-40B4-BE49-F238E27FC236}">
                  <a16:creationId xmlns:a16="http://schemas.microsoft.com/office/drawing/2014/main" id="{0F0EFCEB-CE8A-723C-6288-6BFF95AA098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81940" y="4960128"/>
              <a:ext cx="411844" cy="4118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673" name="TextBox 81">
              <a:extLst>
                <a:ext uri="{FF2B5EF4-FFF2-40B4-BE49-F238E27FC236}">
                  <a16:creationId xmlns:a16="http://schemas.microsoft.com/office/drawing/2014/main" id="{B397D8C1-77EA-A276-7253-217B6A5BFB10}"/>
                </a:ext>
              </a:extLst>
            </p:cNvPr>
            <p:cNvSpPr txBox="1"/>
            <p:nvPr/>
          </p:nvSpPr>
          <p:spPr>
            <a:xfrm>
              <a:off x="3424036" y="5394202"/>
              <a:ext cx="860582" cy="156990"/>
            </a:xfrm>
            <a:prstGeom prst="rect">
              <a:avLst/>
            </a:prstGeom>
          </p:spPr>
          <p:txBody>
            <a:bodyPr vert="horz" wrap="non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 typeface="Segoe UI" panose="020B0502040204020203" pitchFamily="34" charset="0"/>
                <a:buChar char="​"/>
                <a:tabLst/>
                <a:defRPr/>
              </a:pPr>
              <a:r>
                <a:rPr kumimoji="0" lang="en-GB" sz="800" b="0" i="0" u="none" strike="noStrike" kern="1200" cap="none" spc="0" normalizeH="0" baseline="0" noProof="0" dirty="0" err="1">
                  <a:ln>
                    <a:noFill/>
                  </a:ln>
                  <a:effectLst/>
                  <a:uLnTx/>
                  <a:uFillTx/>
                  <a:ea typeface="+mn-ea"/>
                  <a:cs typeface="Arial" panose="020B0604020202020204" pitchFamily="34" charset="0"/>
                </a:rPr>
                <a:t>Github</a:t>
              </a:r>
              <a:r>
                <a:rPr kumimoji="0" lang="en-GB" sz="8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+mn-ea"/>
                  <a:cs typeface="Arial" panose="020B0604020202020204" pitchFamily="34" charset="0"/>
                </a:rPr>
                <a:t> Actions</a:t>
              </a:r>
            </a:p>
          </p:txBody>
        </p:sp>
      </p:grpSp>
      <p:grpSp>
        <p:nvGrpSpPr>
          <p:cNvPr id="9674" name="Group 82">
            <a:extLst>
              <a:ext uri="{FF2B5EF4-FFF2-40B4-BE49-F238E27FC236}">
                <a16:creationId xmlns:a16="http://schemas.microsoft.com/office/drawing/2014/main" id="{1B73FCF9-B34F-4EF1-8CFD-9618C40065D7}"/>
              </a:ext>
            </a:extLst>
          </p:cNvPr>
          <p:cNvGrpSpPr>
            <a:grpSpLocks noChangeAspect="1"/>
          </p:cNvGrpSpPr>
          <p:nvPr/>
        </p:nvGrpSpPr>
        <p:grpSpPr>
          <a:xfrm>
            <a:off x="4482667" y="5065590"/>
            <a:ext cx="674865" cy="463510"/>
            <a:chOff x="3424036" y="4960128"/>
            <a:chExt cx="860582" cy="591064"/>
          </a:xfrm>
        </p:grpSpPr>
        <p:pic>
          <p:nvPicPr>
            <p:cNvPr id="9675" name="Picture 6" descr="GitHub Actions · GitHub">
              <a:extLst>
                <a:ext uri="{FF2B5EF4-FFF2-40B4-BE49-F238E27FC236}">
                  <a16:creationId xmlns:a16="http://schemas.microsoft.com/office/drawing/2014/main" id="{41576BAF-6AA2-5A79-9889-08F74BF2E44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81940" y="4960128"/>
              <a:ext cx="411844" cy="4118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676" name="TextBox 84">
              <a:extLst>
                <a:ext uri="{FF2B5EF4-FFF2-40B4-BE49-F238E27FC236}">
                  <a16:creationId xmlns:a16="http://schemas.microsoft.com/office/drawing/2014/main" id="{6E40B184-E3EB-B556-1C02-01E114E45040}"/>
                </a:ext>
              </a:extLst>
            </p:cNvPr>
            <p:cNvSpPr txBox="1"/>
            <p:nvPr/>
          </p:nvSpPr>
          <p:spPr>
            <a:xfrm>
              <a:off x="3424036" y="5394202"/>
              <a:ext cx="860582" cy="156990"/>
            </a:xfrm>
            <a:prstGeom prst="rect">
              <a:avLst/>
            </a:prstGeom>
          </p:spPr>
          <p:txBody>
            <a:bodyPr vert="horz" wrap="non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 typeface="Segoe UI" panose="020B0502040204020203" pitchFamily="34" charset="0"/>
                <a:buChar char="​"/>
                <a:tabLst/>
                <a:defRPr/>
              </a:pPr>
              <a:r>
                <a:rPr kumimoji="0" lang="en-GB" sz="800" b="0" i="0" u="none" strike="noStrike" kern="1200" cap="none" spc="0" normalizeH="0" baseline="0" noProof="0" dirty="0" err="1">
                  <a:ln>
                    <a:noFill/>
                  </a:ln>
                  <a:effectLst/>
                  <a:uLnTx/>
                  <a:uFillTx/>
                  <a:ea typeface="+mn-ea"/>
                  <a:cs typeface="Arial" panose="020B0604020202020204" pitchFamily="34" charset="0"/>
                </a:rPr>
                <a:t>Github</a:t>
              </a:r>
              <a:r>
                <a:rPr kumimoji="0" lang="en-GB" sz="8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+mn-ea"/>
                  <a:cs typeface="Arial" panose="020B0604020202020204" pitchFamily="34" charset="0"/>
                </a:rPr>
                <a:t> Actions</a:t>
              </a:r>
            </a:p>
          </p:txBody>
        </p:sp>
      </p:grpSp>
      <p:sp>
        <p:nvSpPr>
          <p:cNvPr id="9677" name="Google Shape;82;p15">
            <a:extLst>
              <a:ext uri="{FF2B5EF4-FFF2-40B4-BE49-F238E27FC236}">
                <a16:creationId xmlns:a16="http://schemas.microsoft.com/office/drawing/2014/main" id="{9D3735A4-9CD3-11CA-3202-E741F4CE05C7}"/>
              </a:ext>
            </a:extLst>
          </p:cNvPr>
          <p:cNvSpPr/>
          <p:nvPr/>
        </p:nvSpPr>
        <p:spPr>
          <a:xfrm>
            <a:off x="6650568" y="4693223"/>
            <a:ext cx="338676" cy="327763"/>
          </a:xfrm>
          <a:prstGeom prst="ellipse">
            <a:avLst/>
          </a:prstGeom>
          <a:solidFill>
            <a:schemeClr val="accent3"/>
          </a:solidFill>
          <a:ln w="19050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9678" name="Straight Connector 86">
            <a:extLst>
              <a:ext uri="{FF2B5EF4-FFF2-40B4-BE49-F238E27FC236}">
                <a16:creationId xmlns:a16="http://schemas.microsoft.com/office/drawing/2014/main" id="{2F638C0D-94B6-31AD-3CD8-CBEF4AE45D74}"/>
              </a:ext>
            </a:extLst>
          </p:cNvPr>
          <p:cNvCxnSpPr>
            <a:cxnSpLocks/>
          </p:cNvCxnSpPr>
          <p:nvPr/>
        </p:nvCxnSpPr>
        <p:spPr>
          <a:xfrm>
            <a:off x="2093412" y="2747169"/>
            <a:ext cx="7956000" cy="0"/>
          </a:xfrm>
          <a:prstGeom prst="line">
            <a:avLst/>
          </a:prstGeom>
          <a:ln w="6350" cap="flat">
            <a:solidFill>
              <a:srgbClr val="7F7F7F"/>
            </a:solidFill>
            <a:prstDash val="solid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79" name="Google Shape;161;p17">
            <a:extLst>
              <a:ext uri="{FF2B5EF4-FFF2-40B4-BE49-F238E27FC236}">
                <a16:creationId xmlns:a16="http://schemas.microsoft.com/office/drawing/2014/main" id="{2969F9CA-882A-B941-D736-F6B16AF87767}"/>
              </a:ext>
            </a:extLst>
          </p:cNvPr>
          <p:cNvSpPr/>
          <p:nvPr/>
        </p:nvSpPr>
        <p:spPr>
          <a:xfrm>
            <a:off x="2962092" y="2583288"/>
            <a:ext cx="338676" cy="327763"/>
          </a:xfrm>
          <a:prstGeom prst="ellipse">
            <a:avLst/>
          </a:prstGeom>
          <a:solidFill>
            <a:schemeClr val="accent1">
              <a:lumMod val="25000"/>
              <a:lumOff val="75000"/>
            </a:schemeClr>
          </a:solidFill>
          <a:ln w="28575" cap="sq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9680" name="Google Shape;161;p17">
            <a:extLst>
              <a:ext uri="{FF2B5EF4-FFF2-40B4-BE49-F238E27FC236}">
                <a16:creationId xmlns:a16="http://schemas.microsoft.com/office/drawing/2014/main" id="{CFA6918D-8F7A-54C8-662D-E03C725FB04C}"/>
              </a:ext>
            </a:extLst>
          </p:cNvPr>
          <p:cNvSpPr/>
          <p:nvPr/>
        </p:nvSpPr>
        <p:spPr>
          <a:xfrm>
            <a:off x="4517732" y="2583288"/>
            <a:ext cx="338676" cy="327763"/>
          </a:xfrm>
          <a:prstGeom prst="ellipse">
            <a:avLst/>
          </a:prstGeom>
          <a:solidFill>
            <a:schemeClr val="accent1">
              <a:lumMod val="25000"/>
              <a:lumOff val="75000"/>
            </a:schemeClr>
          </a:solidFill>
          <a:ln w="28575" cap="sq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9681" name="Google Shape;166;p17">
            <a:extLst>
              <a:ext uri="{FF2B5EF4-FFF2-40B4-BE49-F238E27FC236}">
                <a16:creationId xmlns:a16="http://schemas.microsoft.com/office/drawing/2014/main" id="{A1AF3A74-DB35-B357-C9EB-6017252F9814}"/>
              </a:ext>
            </a:extLst>
          </p:cNvPr>
          <p:cNvCxnSpPr>
            <a:cxnSpLocks/>
          </p:cNvCxnSpPr>
          <p:nvPr/>
        </p:nvCxnSpPr>
        <p:spPr>
          <a:xfrm>
            <a:off x="3300769" y="2747169"/>
            <a:ext cx="1216963" cy="0"/>
          </a:xfrm>
          <a:prstGeom prst="straightConnector1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82" name="Google Shape;72;p15">
            <a:extLst>
              <a:ext uri="{FF2B5EF4-FFF2-40B4-BE49-F238E27FC236}">
                <a16:creationId xmlns:a16="http://schemas.microsoft.com/office/drawing/2014/main" id="{80A2D48F-59AB-CC55-14EC-E00E8008BF16}"/>
              </a:ext>
            </a:extLst>
          </p:cNvPr>
          <p:cNvCxnSpPr>
            <a:cxnSpLocks/>
            <a:stCxn id="9639" idx="0"/>
            <a:endCxn id="9679" idx="3"/>
          </p:cNvCxnSpPr>
          <p:nvPr/>
        </p:nvCxnSpPr>
        <p:spPr>
          <a:xfrm flipV="1">
            <a:off x="2442756" y="2863051"/>
            <a:ext cx="568934" cy="1803847"/>
          </a:xfrm>
          <a:prstGeom prst="straightConnector1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83" name="Google Shape;161;p17">
            <a:extLst>
              <a:ext uri="{FF2B5EF4-FFF2-40B4-BE49-F238E27FC236}">
                <a16:creationId xmlns:a16="http://schemas.microsoft.com/office/drawing/2014/main" id="{D359CE5A-AC21-DA69-96B9-1002280F73B3}"/>
              </a:ext>
            </a:extLst>
          </p:cNvPr>
          <p:cNvSpPr/>
          <p:nvPr/>
        </p:nvSpPr>
        <p:spPr>
          <a:xfrm>
            <a:off x="5851067" y="2583288"/>
            <a:ext cx="338676" cy="327763"/>
          </a:xfrm>
          <a:prstGeom prst="ellipse">
            <a:avLst/>
          </a:prstGeom>
          <a:solidFill>
            <a:schemeClr val="accent1">
              <a:lumMod val="25000"/>
              <a:lumOff val="75000"/>
            </a:schemeClr>
          </a:solidFill>
          <a:ln w="28575" cap="sq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9684" name="Google Shape;166;p17">
            <a:extLst>
              <a:ext uri="{FF2B5EF4-FFF2-40B4-BE49-F238E27FC236}">
                <a16:creationId xmlns:a16="http://schemas.microsoft.com/office/drawing/2014/main" id="{CE4FCC83-3160-95C0-1B07-16BB46645E06}"/>
              </a:ext>
            </a:extLst>
          </p:cNvPr>
          <p:cNvCxnSpPr>
            <a:cxnSpLocks/>
          </p:cNvCxnSpPr>
          <p:nvPr/>
        </p:nvCxnSpPr>
        <p:spPr>
          <a:xfrm>
            <a:off x="4856408" y="2744135"/>
            <a:ext cx="994659" cy="6069"/>
          </a:xfrm>
          <a:prstGeom prst="straightConnector1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85" name="Google Shape;72;p15">
            <a:extLst>
              <a:ext uri="{FF2B5EF4-FFF2-40B4-BE49-F238E27FC236}">
                <a16:creationId xmlns:a16="http://schemas.microsoft.com/office/drawing/2014/main" id="{F7596EFA-4AD1-E93F-C521-3827A0785618}"/>
              </a:ext>
            </a:extLst>
          </p:cNvPr>
          <p:cNvCxnSpPr>
            <a:cxnSpLocks/>
            <a:stCxn id="9683" idx="4"/>
            <a:endCxn id="9677" idx="1"/>
          </p:cNvCxnSpPr>
          <p:nvPr/>
        </p:nvCxnSpPr>
        <p:spPr>
          <a:xfrm>
            <a:off x="6020405" y="2911051"/>
            <a:ext cx="679761" cy="1830172"/>
          </a:xfrm>
          <a:prstGeom prst="straightConnector1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86" name="Google Shape;161;p17">
            <a:extLst>
              <a:ext uri="{FF2B5EF4-FFF2-40B4-BE49-F238E27FC236}">
                <a16:creationId xmlns:a16="http://schemas.microsoft.com/office/drawing/2014/main" id="{E8A3C00A-B6F6-D8EC-C1FD-13BCA61E31FD}"/>
              </a:ext>
            </a:extLst>
          </p:cNvPr>
          <p:cNvSpPr/>
          <p:nvPr/>
        </p:nvSpPr>
        <p:spPr>
          <a:xfrm>
            <a:off x="7126533" y="6467321"/>
            <a:ext cx="338676" cy="327763"/>
          </a:xfrm>
          <a:prstGeom prst="ellipse">
            <a:avLst/>
          </a:prstGeom>
          <a:solidFill>
            <a:schemeClr val="accent2"/>
          </a:solidFill>
          <a:ln w="28575" cap="sq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9687" name="Google Shape;166;p17">
            <a:extLst>
              <a:ext uri="{FF2B5EF4-FFF2-40B4-BE49-F238E27FC236}">
                <a16:creationId xmlns:a16="http://schemas.microsoft.com/office/drawing/2014/main" id="{2E29EA62-F5E2-6FCF-DCBC-CC32711E33BE}"/>
              </a:ext>
            </a:extLst>
          </p:cNvPr>
          <p:cNvCxnSpPr>
            <a:cxnSpLocks/>
            <a:stCxn id="9686" idx="6"/>
          </p:cNvCxnSpPr>
          <p:nvPr/>
        </p:nvCxnSpPr>
        <p:spPr>
          <a:xfrm flipV="1">
            <a:off x="7465209" y="6631202"/>
            <a:ext cx="2618705" cy="1"/>
          </a:xfrm>
          <a:prstGeom prst="straightConnector1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88" name="Google Shape;72;p15">
            <a:extLst>
              <a:ext uri="{FF2B5EF4-FFF2-40B4-BE49-F238E27FC236}">
                <a16:creationId xmlns:a16="http://schemas.microsoft.com/office/drawing/2014/main" id="{C613BD23-AE78-905D-C457-B8E24A953DEE}"/>
              </a:ext>
            </a:extLst>
          </p:cNvPr>
          <p:cNvCxnSpPr>
            <a:cxnSpLocks/>
            <a:stCxn id="9677" idx="4"/>
            <a:endCxn id="9686" idx="1"/>
          </p:cNvCxnSpPr>
          <p:nvPr/>
        </p:nvCxnSpPr>
        <p:spPr>
          <a:xfrm>
            <a:off x="6819906" y="5020986"/>
            <a:ext cx="356226" cy="1494334"/>
          </a:xfrm>
          <a:prstGeom prst="straightConnector1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689" name="Group 97">
            <a:extLst>
              <a:ext uri="{FF2B5EF4-FFF2-40B4-BE49-F238E27FC236}">
                <a16:creationId xmlns:a16="http://schemas.microsoft.com/office/drawing/2014/main" id="{BBA112DF-B41F-DFE6-4075-53032CA8BAA6}"/>
              </a:ext>
            </a:extLst>
          </p:cNvPr>
          <p:cNvGrpSpPr>
            <a:grpSpLocks noChangeAspect="1"/>
          </p:cNvGrpSpPr>
          <p:nvPr/>
        </p:nvGrpSpPr>
        <p:grpSpPr>
          <a:xfrm>
            <a:off x="6987604" y="4926622"/>
            <a:ext cx="674865" cy="463510"/>
            <a:chOff x="3424036" y="4960128"/>
            <a:chExt cx="860582" cy="591064"/>
          </a:xfrm>
        </p:grpSpPr>
        <p:pic>
          <p:nvPicPr>
            <p:cNvPr id="9690" name="Picture 6" descr="GitHub Actions · GitHub">
              <a:extLst>
                <a:ext uri="{FF2B5EF4-FFF2-40B4-BE49-F238E27FC236}">
                  <a16:creationId xmlns:a16="http://schemas.microsoft.com/office/drawing/2014/main" id="{8882CD32-495E-0616-A3ED-97A7E1B5109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81940" y="4960128"/>
              <a:ext cx="411844" cy="4118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691" name="TextBox 99">
              <a:extLst>
                <a:ext uri="{FF2B5EF4-FFF2-40B4-BE49-F238E27FC236}">
                  <a16:creationId xmlns:a16="http://schemas.microsoft.com/office/drawing/2014/main" id="{73DEB4C4-54B7-C6FA-81F8-481CD4400C1D}"/>
                </a:ext>
              </a:extLst>
            </p:cNvPr>
            <p:cNvSpPr txBox="1"/>
            <p:nvPr/>
          </p:nvSpPr>
          <p:spPr>
            <a:xfrm>
              <a:off x="3424036" y="5394202"/>
              <a:ext cx="860582" cy="156990"/>
            </a:xfrm>
            <a:prstGeom prst="rect">
              <a:avLst/>
            </a:prstGeom>
          </p:spPr>
          <p:txBody>
            <a:bodyPr vert="horz" wrap="non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 typeface="Segoe UI" panose="020B0502040204020203" pitchFamily="34" charset="0"/>
                <a:buChar char="​"/>
                <a:tabLst/>
                <a:defRPr/>
              </a:pPr>
              <a:r>
                <a:rPr kumimoji="0" lang="en-GB" sz="800" b="0" i="0" u="none" strike="noStrike" kern="1200" cap="none" spc="0" normalizeH="0" baseline="0" noProof="0" dirty="0" err="1">
                  <a:ln>
                    <a:noFill/>
                  </a:ln>
                  <a:effectLst/>
                  <a:uLnTx/>
                  <a:uFillTx/>
                  <a:ea typeface="+mn-ea"/>
                  <a:cs typeface="Arial" panose="020B0604020202020204" pitchFamily="34" charset="0"/>
                </a:rPr>
                <a:t>Github</a:t>
              </a:r>
              <a:r>
                <a:rPr kumimoji="0" lang="en-GB" sz="8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+mn-ea"/>
                  <a:cs typeface="Arial" panose="020B0604020202020204" pitchFamily="34" charset="0"/>
                </a:rPr>
                <a:t> Actions</a:t>
              </a:r>
            </a:p>
          </p:txBody>
        </p:sp>
      </p:grpSp>
      <p:grpSp>
        <p:nvGrpSpPr>
          <p:cNvPr id="9692" name="Group 103">
            <a:extLst>
              <a:ext uri="{FF2B5EF4-FFF2-40B4-BE49-F238E27FC236}">
                <a16:creationId xmlns:a16="http://schemas.microsoft.com/office/drawing/2014/main" id="{3038186C-3830-6450-0BBD-E7A3C1FB0292}"/>
              </a:ext>
            </a:extLst>
          </p:cNvPr>
          <p:cNvGrpSpPr/>
          <p:nvPr/>
        </p:nvGrpSpPr>
        <p:grpSpPr>
          <a:xfrm>
            <a:off x="7606374" y="5834293"/>
            <a:ext cx="1699066" cy="416824"/>
            <a:chOff x="5025518" y="1732174"/>
            <a:chExt cx="1872865" cy="458329"/>
          </a:xfrm>
        </p:grpSpPr>
        <p:sp>
          <p:nvSpPr>
            <p:cNvPr id="9693" name="Shape 114">
              <a:extLst>
                <a:ext uri="{FF2B5EF4-FFF2-40B4-BE49-F238E27FC236}">
                  <a16:creationId xmlns:a16="http://schemas.microsoft.com/office/drawing/2014/main" id="{23071DC6-D7D5-F888-0A01-A5A8C6F3C7D4}"/>
                </a:ext>
              </a:extLst>
            </p:cNvPr>
            <p:cNvSpPr txBox="1"/>
            <p:nvPr/>
          </p:nvSpPr>
          <p:spPr>
            <a:xfrm>
              <a:off x="5370298" y="1804161"/>
              <a:ext cx="1528085" cy="3281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PE" sz="105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Open Sans" panose="020B0606030504020204" pitchFamily="34" charset="0"/>
                  <a:cs typeface="Arial" panose="020B0604020202020204" pitchFamily="34" charset="0"/>
                </a:rPr>
                <a:t>Deploy Prod</a:t>
              </a:r>
              <a:endParaRPr kumimoji="0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Open Sans" panose="020B0606030504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9694" name="Graphic 105" descr="Single gear">
              <a:extLst>
                <a:ext uri="{FF2B5EF4-FFF2-40B4-BE49-F238E27FC236}">
                  <a16:creationId xmlns:a16="http://schemas.microsoft.com/office/drawing/2014/main" id="{620BCAE0-CCAD-80B9-A8AE-C631A5D0596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5025516" y="1732174"/>
              <a:ext cx="458329" cy="458329"/>
            </a:xfrm>
            <a:prstGeom prst="rect">
              <a:avLst/>
            </a:prstGeom>
          </p:spPr>
        </p:pic>
      </p:grpSp>
      <p:cxnSp>
        <p:nvCxnSpPr>
          <p:cNvPr id="9695" name="Google Shape;166;p17">
            <a:extLst>
              <a:ext uri="{FF2B5EF4-FFF2-40B4-BE49-F238E27FC236}">
                <a16:creationId xmlns:a16="http://schemas.microsoft.com/office/drawing/2014/main" id="{54BB77B3-AA78-A501-5F54-2ED54209BEF2}"/>
              </a:ext>
            </a:extLst>
          </p:cNvPr>
          <p:cNvCxnSpPr>
            <a:cxnSpLocks/>
          </p:cNvCxnSpPr>
          <p:nvPr/>
        </p:nvCxnSpPr>
        <p:spPr>
          <a:xfrm>
            <a:off x="7176132" y="5529100"/>
            <a:ext cx="426515" cy="365236"/>
          </a:xfrm>
          <a:prstGeom prst="straightConnector1">
            <a:avLst/>
          </a:prstGeom>
          <a:noFill/>
          <a:ln w="63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696" name="Google Shape;66;p15">
            <a:extLst>
              <a:ext uri="{FF2B5EF4-FFF2-40B4-BE49-F238E27FC236}">
                <a16:creationId xmlns:a16="http://schemas.microsoft.com/office/drawing/2014/main" id="{F7D8A887-C2BB-1C22-8FEE-1B3D715576F2}"/>
              </a:ext>
            </a:extLst>
          </p:cNvPr>
          <p:cNvSpPr txBox="1"/>
          <p:nvPr/>
        </p:nvSpPr>
        <p:spPr>
          <a:xfrm>
            <a:off x="4921046" y="4875411"/>
            <a:ext cx="454218" cy="234286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36000" tIns="36000" rIns="36000" bIns="3600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</a:rPr>
              <a:t>Merge</a:t>
            </a:r>
            <a:endParaRPr kumimoji="0" sz="105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9697" name="Group 109">
            <a:extLst>
              <a:ext uri="{FF2B5EF4-FFF2-40B4-BE49-F238E27FC236}">
                <a16:creationId xmlns:a16="http://schemas.microsoft.com/office/drawing/2014/main" id="{4C15B8E3-6555-15D3-3F18-95B314C5980C}"/>
              </a:ext>
            </a:extLst>
          </p:cNvPr>
          <p:cNvGrpSpPr/>
          <p:nvPr/>
        </p:nvGrpSpPr>
        <p:grpSpPr>
          <a:xfrm>
            <a:off x="881785" y="6341917"/>
            <a:ext cx="1330564" cy="584735"/>
            <a:chOff x="828241" y="1752545"/>
            <a:chExt cx="1463056" cy="642960"/>
          </a:xfrm>
        </p:grpSpPr>
        <p:sp>
          <p:nvSpPr>
            <p:cNvPr id="9698" name="Google Shape;66;p15">
              <a:extLst>
                <a:ext uri="{FF2B5EF4-FFF2-40B4-BE49-F238E27FC236}">
                  <a16:creationId xmlns:a16="http://schemas.microsoft.com/office/drawing/2014/main" id="{24FD68EA-2416-5E34-4F11-EEA28BF8B447}"/>
                </a:ext>
              </a:extLst>
            </p:cNvPr>
            <p:cNvSpPr txBox="1"/>
            <p:nvPr/>
          </p:nvSpPr>
          <p:spPr>
            <a:xfrm>
              <a:off x="1189153" y="1752545"/>
              <a:ext cx="1102144" cy="6429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11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+mn-ea"/>
                  <a:cs typeface="Arial" panose="020B0604020202020204" pitchFamily="34" charset="0"/>
                </a:rPr>
                <a:t>Release</a:t>
              </a:r>
              <a:br>
                <a:rPr kumimoji="0" lang="en" sz="11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+mn-ea"/>
                  <a:cs typeface="Arial" panose="020B0604020202020204" pitchFamily="34" charset="0"/>
                </a:rPr>
              </a:br>
              <a:r>
                <a:rPr kumimoji="0" lang="en" sz="11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+mn-ea"/>
                  <a:cs typeface="Arial" panose="020B0604020202020204" pitchFamily="34" charset="0"/>
                </a:rPr>
                <a:t>Branches</a:t>
              </a:r>
              <a:endParaRPr kumimoji="0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pic>
          <p:nvPicPr>
            <p:cNvPr id="9699" name="Picture 10" descr="Resultado de imagen para reloj de arena logo">
              <a:extLst>
                <a:ext uri="{FF2B5EF4-FFF2-40B4-BE49-F238E27FC236}">
                  <a16:creationId xmlns:a16="http://schemas.microsoft.com/office/drawing/2014/main" id="{98B881D3-FDA4-280D-3C1A-F0428ABCBF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8241" y="1916517"/>
              <a:ext cx="392400" cy="392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700" name="Flecha abajo 26">
            <a:extLst>
              <a:ext uri="{FF2B5EF4-FFF2-40B4-BE49-F238E27FC236}">
                <a16:creationId xmlns:a16="http://schemas.microsoft.com/office/drawing/2014/main" id="{D7440354-1C49-3458-3534-A7AE068F2071}"/>
              </a:ext>
            </a:extLst>
          </p:cNvPr>
          <p:cNvSpPr/>
          <p:nvPr/>
        </p:nvSpPr>
        <p:spPr>
          <a:xfrm rot="10800000">
            <a:off x="7145910" y="6828655"/>
            <a:ext cx="289078" cy="14733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9701" name="Google Shape;66;p15">
            <a:extLst>
              <a:ext uri="{FF2B5EF4-FFF2-40B4-BE49-F238E27FC236}">
                <a16:creationId xmlns:a16="http://schemas.microsoft.com/office/drawing/2014/main" id="{E03F27D0-8590-D1E0-D36E-9B785077C8B0}"/>
              </a:ext>
            </a:extLst>
          </p:cNvPr>
          <p:cNvSpPr txBox="1"/>
          <p:nvPr/>
        </p:nvSpPr>
        <p:spPr>
          <a:xfrm>
            <a:off x="10199870" y="6426923"/>
            <a:ext cx="1621368" cy="415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000" tIns="121900" rIns="72000" bIns="1219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</a:rPr>
              <a:t>Production Code</a:t>
            </a:r>
            <a:endParaRPr kumimoji="0" sz="105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9702" name="Google Shape;161;p17">
            <a:extLst>
              <a:ext uri="{FF2B5EF4-FFF2-40B4-BE49-F238E27FC236}">
                <a16:creationId xmlns:a16="http://schemas.microsoft.com/office/drawing/2014/main" id="{0CBF681B-4E7E-B610-7AAE-DF63521DD54E}"/>
              </a:ext>
            </a:extLst>
          </p:cNvPr>
          <p:cNvSpPr/>
          <p:nvPr/>
        </p:nvSpPr>
        <p:spPr>
          <a:xfrm>
            <a:off x="8764913" y="4687246"/>
            <a:ext cx="338676" cy="327763"/>
          </a:xfrm>
          <a:prstGeom prst="ellipse">
            <a:avLst/>
          </a:prstGeom>
          <a:solidFill>
            <a:schemeClr val="accent3"/>
          </a:solidFill>
          <a:ln w="19050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60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9703" name="Google Shape;66;p15">
            <a:extLst>
              <a:ext uri="{FF2B5EF4-FFF2-40B4-BE49-F238E27FC236}">
                <a16:creationId xmlns:a16="http://schemas.microsoft.com/office/drawing/2014/main" id="{001E149E-3BF1-5259-FA84-7C4892C137E7}"/>
              </a:ext>
            </a:extLst>
          </p:cNvPr>
          <p:cNvSpPr txBox="1"/>
          <p:nvPr/>
        </p:nvSpPr>
        <p:spPr>
          <a:xfrm>
            <a:off x="8764913" y="4815729"/>
            <a:ext cx="1105349" cy="407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</a:rPr>
              <a:t>Bug Fix</a:t>
            </a:r>
            <a:endParaRPr kumimoji="0" sz="105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9704" name="Group 116">
            <a:extLst>
              <a:ext uri="{FF2B5EF4-FFF2-40B4-BE49-F238E27FC236}">
                <a16:creationId xmlns:a16="http://schemas.microsoft.com/office/drawing/2014/main" id="{FF4C820C-F59D-7376-06DD-89586CA2E534}"/>
              </a:ext>
            </a:extLst>
          </p:cNvPr>
          <p:cNvGrpSpPr>
            <a:grpSpLocks noChangeAspect="1"/>
          </p:cNvGrpSpPr>
          <p:nvPr/>
        </p:nvGrpSpPr>
        <p:grpSpPr>
          <a:xfrm>
            <a:off x="8998709" y="6823142"/>
            <a:ext cx="674865" cy="463510"/>
            <a:chOff x="3424036" y="4960128"/>
            <a:chExt cx="860582" cy="591064"/>
          </a:xfrm>
        </p:grpSpPr>
        <p:pic>
          <p:nvPicPr>
            <p:cNvPr id="9705" name="Picture 6" descr="GitHub Actions · GitHub">
              <a:extLst>
                <a:ext uri="{FF2B5EF4-FFF2-40B4-BE49-F238E27FC236}">
                  <a16:creationId xmlns:a16="http://schemas.microsoft.com/office/drawing/2014/main" id="{0EB593D0-6FFE-A28E-EBFE-270DA0FE19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81940" y="4960128"/>
              <a:ext cx="411844" cy="4118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706" name="TextBox 118">
              <a:extLst>
                <a:ext uri="{FF2B5EF4-FFF2-40B4-BE49-F238E27FC236}">
                  <a16:creationId xmlns:a16="http://schemas.microsoft.com/office/drawing/2014/main" id="{3EBC860E-8EB0-A83F-0FA7-09B07AC95EB0}"/>
                </a:ext>
              </a:extLst>
            </p:cNvPr>
            <p:cNvSpPr txBox="1"/>
            <p:nvPr/>
          </p:nvSpPr>
          <p:spPr>
            <a:xfrm>
              <a:off x="3424036" y="5394202"/>
              <a:ext cx="860582" cy="156990"/>
            </a:xfrm>
            <a:prstGeom prst="rect">
              <a:avLst/>
            </a:prstGeom>
          </p:spPr>
          <p:txBody>
            <a:bodyPr vert="horz" wrap="non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 typeface="Segoe UI" panose="020B0502040204020203" pitchFamily="34" charset="0"/>
                <a:buChar char="​"/>
                <a:tabLst/>
                <a:defRPr/>
              </a:pPr>
              <a:r>
                <a:rPr kumimoji="0" lang="en-GB" sz="800" b="0" i="0" u="none" strike="noStrike" kern="1200" cap="none" spc="0" normalizeH="0" baseline="0" noProof="0" dirty="0" err="1">
                  <a:ln>
                    <a:noFill/>
                  </a:ln>
                  <a:effectLst/>
                  <a:uLnTx/>
                  <a:uFillTx/>
                  <a:ea typeface="+mn-ea"/>
                  <a:cs typeface="Arial" panose="020B0604020202020204" pitchFamily="34" charset="0"/>
                </a:rPr>
                <a:t>Github</a:t>
              </a:r>
              <a:r>
                <a:rPr kumimoji="0" lang="en-GB" sz="8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+mn-ea"/>
                  <a:cs typeface="Arial" panose="020B0604020202020204" pitchFamily="34" charset="0"/>
                </a:rPr>
                <a:t> Actions</a:t>
              </a:r>
            </a:p>
          </p:txBody>
        </p:sp>
      </p:grpSp>
      <p:grpSp>
        <p:nvGrpSpPr>
          <p:cNvPr id="9707" name="Group 119">
            <a:extLst>
              <a:ext uri="{FF2B5EF4-FFF2-40B4-BE49-F238E27FC236}">
                <a16:creationId xmlns:a16="http://schemas.microsoft.com/office/drawing/2014/main" id="{6BF4CF33-8AFF-6754-0EF1-80398D9EA93C}"/>
              </a:ext>
            </a:extLst>
          </p:cNvPr>
          <p:cNvGrpSpPr/>
          <p:nvPr/>
        </p:nvGrpSpPr>
        <p:grpSpPr>
          <a:xfrm>
            <a:off x="9930924" y="6819600"/>
            <a:ext cx="1699066" cy="416824"/>
            <a:chOff x="5025518" y="1732174"/>
            <a:chExt cx="1872865" cy="458329"/>
          </a:xfrm>
        </p:grpSpPr>
        <p:sp>
          <p:nvSpPr>
            <p:cNvPr id="9708" name="Shape 114">
              <a:extLst>
                <a:ext uri="{FF2B5EF4-FFF2-40B4-BE49-F238E27FC236}">
                  <a16:creationId xmlns:a16="http://schemas.microsoft.com/office/drawing/2014/main" id="{55E63BC6-7ECC-39E7-DF4D-AE89F930A111}"/>
                </a:ext>
              </a:extLst>
            </p:cNvPr>
            <p:cNvSpPr txBox="1"/>
            <p:nvPr/>
          </p:nvSpPr>
          <p:spPr>
            <a:xfrm>
              <a:off x="5370298" y="1804161"/>
              <a:ext cx="1528085" cy="3281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PE" sz="105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Open Sans" panose="020B0606030504020204" pitchFamily="34" charset="0"/>
                  <a:cs typeface="Arial" panose="020B0604020202020204" pitchFamily="34" charset="0"/>
                </a:rPr>
                <a:t>Deploy Prod</a:t>
              </a:r>
              <a:endParaRPr kumimoji="0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Open Sans" panose="020B0606030504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9709" name="Graphic 121" descr="Single gear">
              <a:extLst>
                <a:ext uri="{FF2B5EF4-FFF2-40B4-BE49-F238E27FC236}">
                  <a16:creationId xmlns:a16="http://schemas.microsoft.com/office/drawing/2014/main" id="{912C897F-3910-1C91-242B-083144D4A9C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5025516" y="1732174"/>
              <a:ext cx="458329" cy="458329"/>
            </a:xfrm>
            <a:prstGeom prst="rect">
              <a:avLst/>
            </a:prstGeom>
          </p:spPr>
        </p:pic>
      </p:grpSp>
      <p:cxnSp>
        <p:nvCxnSpPr>
          <p:cNvPr id="9710" name="Google Shape;166;p17">
            <a:extLst>
              <a:ext uri="{FF2B5EF4-FFF2-40B4-BE49-F238E27FC236}">
                <a16:creationId xmlns:a16="http://schemas.microsoft.com/office/drawing/2014/main" id="{DD5945E0-F4FD-46B2-784C-8D1FFBC78E83}"/>
              </a:ext>
            </a:extLst>
          </p:cNvPr>
          <p:cNvCxnSpPr>
            <a:cxnSpLocks/>
          </p:cNvCxnSpPr>
          <p:nvPr/>
        </p:nvCxnSpPr>
        <p:spPr>
          <a:xfrm>
            <a:off x="9656707" y="7028009"/>
            <a:ext cx="274216" cy="4"/>
          </a:xfrm>
          <a:prstGeom prst="straightConnector1">
            <a:avLst/>
          </a:prstGeom>
          <a:noFill/>
          <a:ln w="63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9711" name="Group 123">
            <a:extLst>
              <a:ext uri="{FF2B5EF4-FFF2-40B4-BE49-F238E27FC236}">
                <a16:creationId xmlns:a16="http://schemas.microsoft.com/office/drawing/2014/main" id="{08C241AB-F5F1-8589-9A21-65EA31BE9FDE}"/>
              </a:ext>
            </a:extLst>
          </p:cNvPr>
          <p:cNvGrpSpPr/>
          <p:nvPr/>
        </p:nvGrpSpPr>
        <p:grpSpPr>
          <a:xfrm>
            <a:off x="6876419" y="4065896"/>
            <a:ext cx="1699066" cy="416824"/>
            <a:chOff x="5025518" y="1732174"/>
            <a:chExt cx="1872865" cy="458329"/>
          </a:xfrm>
        </p:grpSpPr>
        <p:sp>
          <p:nvSpPr>
            <p:cNvPr id="9712" name="Shape 114">
              <a:extLst>
                <a:ext uri="{FF2B5EF4-FFF2-40B4-BE49-F238E27FC236}">
                  <a16:creationId xmlns:a16="http://schemas.microsoft.com/office/drawing/2014/main" id="{45827ED1-26AB-4614-4618-3F59CF68D440}"/>
                </a:ext>
              </a:extLst>
            </p:cNvPr>
            <p:cNvSpPr txBox="1"/>
            <p:nvPr/>
          </p:nvSpPr>
          <p:spPr>
            <a:xfrm>
              <a:off x="5370298" y="1804161"/>
              <a:ext cx="1528085" cy="3281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PE" sz="105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Open Sans" panose="020B0606030504020204" pitchFamily="34" charset="0"/>
                  <a:cs typeface="Arial" panose="020B0604020202020204" pitchFamily="34" charset="0"/>
                </a:rPr>
                <a:t>Deploy Dev</a:t>
              </a:r>
              <a:endParaRPr kumimoji="0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Open Sans" panose="020B0606030504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9713" name="Graphic 125" descr="Single gear">
              <a:extLst>
                <a:ext uri="{FF2B5EF4-FFF2-40B4-BE49-F238E27FC236}">
                  <a16:creationId xmlns:a16="http://schemas.microsoft.com/office/drawing/2014/main" id="{0BABD41A-1EE8-87B8-92AF-CB0FF705CF2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5025516" y="1732174"/>
              <a:ext cx="458329" cy="458329"/>
            </a:xfrm>
            <a:prstGeom prst="rect">
              <a:avLst/>
            </a:prstGeom>
          </p:spPr>
        </p:pic>
      </p:grpSp>
      <p:cxnSp>
        <p:nvCxnSpPr>
          <p:cNvPr id="9714" name="Google Shape;166;p17">
            <a:extLst>
              <a:ext uri="{FF2B5EF4-FFF2-40B4-BE49-F238E27FC236}">
                <a16:creationId xmlns:a16="http://schemas.microsoft.com/office/drawing/2014/main" id="{3F9B12E0-D6C8-EC79-52A5-E4FEEA85F6A7}"/>
              </a:ext>
            </a:extLst>
          </p:cNvPr>
          <p:cNvCxnSpPr>
            <a:cxnSpLocks/>
            <a:endCxn id="9713" idx="1"/>
          </p:cNvCxnSpPr>
          <p:nvPr/>
        </p:nvCxnSpPr>
        <p:spPr>
          <a:xfrm>
            <a:off x="6657535" y="4274308"/>
            <a:ext cx="218883" cy="0"/>
          </a:xfrm>
          <a:prstGeom prst="straightConnector1">
            <a:avLst/>
          </a:prstGeom>
          <a:noFill/>
          <a:ln w="63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715" name="Google Shape;72;p15">
            <a:extLst>
              <a:ext uri="{FF2B5EF4-FFF2-40B4-BE49-F238E27FC236}">
                <a16:creationId xmlns:a16="http://schemas.microsoft.com/office/drawing/2014/main" id="{333F5D03-D59C-655E-88C4-F669C9C0923F}"/>
              </a:ext>
            </a:extLst>
          </p:cNvPr>
          <p:cNvCxnSpPr>
            <a:cxnSpLocks/>
            <a:stCxn id="9702" idx="4"/>
            <a:endCxn id="9716" idx="0"/>
          </p:cNvCxnSpPr>
          <p:nvPr/>
        </p:nvCxnSpPr>
        <p:spPr>
          <a:xfrm>
            <a:off x="8934251" y="5015009"/>
            <a:ext cx="340388" cy="1449134"/>
          </a:xfrm>
          <a:prstGeom prst="straightConnector1">
            <a:avLst/>
          </a:prstGeom>
          <a:ln w="12700" cap="flat">
            <a:solidFill>
              <a:schemeClr val="tx1"/>
            </a:solidFill>
            <a:prstDash val="dash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16" name="Google Shape;161;p17">
            <a:extLst>
              <a:ext uri="{FF2B5EF4-FFF2-40B4-BE49-F238E27FC236}">
                <a16:creationId xmlns:a16="http://schemas.microsoft.com/office/drawing/2014/main" id="{1D606874-123F-6B8D-760A-9C0FCD3D8E14}"/>
              </a:ext>
            </a:extLst>
          </p:cNvPr>
          <p:cNvSpPr/>
          <p:nvPr/>
        </p:nvSpPr>
        <p:spPr>
          <a:xfrm>
            <a:off x="9105301" y="6464143"/>
            <a:ext cx="338676" cy="327763"/>
          </a:xfrm>
          <a:prstGeom prst="ellipse">
            <a:avLst/>
          </a:prstGeom>
          <a:solidFill>
            <a:schemeClr val="accent2"/>
          </a:solidFill>
          <a:ln w="28575" cap="sq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9717" name="Google Shape;66;p15">
            <a:extLst>
              <a:ext uri="{FF2B5EF4-FFF2-40B4-BE49-F238E27FC236}">
                <a16:creationId xmlns:a16="http://schemas.microsoft.com/office/drawing/2014/main" id="{7F5BE539-AB98-1C5F-8DF0-E9DFD50B5C54}"/>
              </a:ext>
            </a:extLst>
          </p:cNvPr>
          <p:cNvSpPr txBox="1"/>
          <p:nvPr/>
        </p:nvSpPr>
        <p:spPr>
          <a:xfrm>
            <a:off x="9234448" y="5708211"/>
            <a:ext cx="690012" cy="196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</a:rPr>
              <a:t>Cherry Pick</a:t>
            </a:r>
            <a:endParaRPr kumimoji="0" sz="105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96823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866D6-BD74-B398-1537-CEB9EEE2A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75DD410-00C0-5EA2-F125-0585EA970699}"/>
              </a:ext>
            </a:extLst>
          </p:cNvPr>
          <p:cNvSpPr/>
          <p:nvPr/>
        </p:nvSpPr>
        <p:spPr>
          <a:xfrm>
            <a:off x="11123217" y="118191"/>
            <a:ext cx="1388506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O" sz="1501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E6E256A0-3DBB-9EDA-EF75-21988CB9394A}"/>
              </a:ext>
            </a:extLst>
          </p:cNvPr>
          <p:cNvGrpSpPr/>
          <p:nvPr/>
        </p:nvGrpSpPr>
        <p:grpSpPr>
          <a:xfrm>
            <a:off x="-62746" y="0"/>
            <a:ext cx="449045" cy="9028825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BC4997FD-5F50-4B7D-AF51-5EDF6F602658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1BE728B3-C33D-1EBE-7ACD-CB7C82463714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 sz="1501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4A8881F5-E741-3C32-E005-4AC2775111C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6" tIns="50806" rIns="50806" bIns="50806" rtlCol="0" anchor="ctr"/>
              <a:lstStyle/>
              <a:p>
                <a:pPr algn="ctr">
                  <a:lnSpc>
                    <a:spcPts val="2656"/>
                  </a:lnSpc>
                </a:pPr>
                <a:endParaRPr sz="1501"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B1243ADC-FE86-8C8C-7E9F-F79BC2A62DE7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 sz="1501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A356FED-D361-25A7-F426-91225C9015AF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 sz="1501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EA67A9AD-164A-2B21-0A57-F61BBAD0928A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4A4B855F-9D55-6447-5C22-8239C3B1CC52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 sz="1501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EDDFDA23-F3A0-BBA6-98B0-215CFFD4630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6" tIns="50806" rIns="50806" bIns="50806" rtlCol="0" anchor="ctr"/>
              <a:lstStyle/>
              <a:p>
                <a:pPr algn="ctr">
                  <a:lnSpc>
                    <a:spcPts val="2656"/>
                  </a:lnSpc>
                </a:pPr>
                <a:endParaRPr sz="1501"/>
              </a:p>
            </p:txBody>
          </p:sp>
        </p:grpSp>
      </p:grpSp>
      <p:sp>
        <p:nvSpPr>
          <p:cNvPr id="9632" name="2. Slide Title">
            <a:extLst>
              <a:ext uri="{FF2B5EF4-FFF2-40B4-BE49-F238E27FC236}">
                <a16:creationId xmlns:a16="http://schemas.microsoft.com/office/drawing/2014/main" id="{0A1EB329-7CE3-C5E0-5CBB-BC5109E4D24A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763316" y="1103773"/>
            <a:ext cx="11082528" cy="58413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anchor="b" anchorCtr="0">
            <a:spAutoFit/>
          </a:bodyPr>
          <a:lstStyle>
            <a:lvl1pPr algn="ctr" defTabSz="914394" rtl="0" eaLnBrk="1" latinLnBrk="0" hangingPunct="1">
              <a:spcBef>
                <a:spcPct val="0"/>
              </a:spcBef>
              <a:buNone/>
              <a:defRPr sz="439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196" b="1" dirty="0">
                <a:latin typeface="Poppins 1 Bold" panose="020B0604020202020204" charset="0"/>
                <a:ea typeface="+mn-ea"/>
                <a:cs typeface="Poppins 1 Bold" panose="020B0604020202020204" charset="0"/>
              </a:rPr>
              <a:t>Branch Strategy: Trunk based + Feature Branches</a:t>
            </a:r>
          </a:p>
        </p:txBody>
      </p:sp>
      <p:sp>
        <p:nvSpPr>
          <p:cNvPr id="9633" name="TextBox 19">
            <a:extLst>
              <a:ext uri="{FF2B5EF4-FFF2-40B4-BE49-F238E27FC236}">
                <a16:creationId xmlns:a16="http://schemas.microsoft.com/office/drawing/2014/main" id="{A5CC6181-1D62-2FD8-61CB-AA788BF97772}"/>
              </a:ext>
            </a:extLst>
          </p:cNvPr>
          <p:cNvSpPr txBox="1"/>
          <p:nvPr/>
        </p:nvSpPr>
        <p:spPr>
          <a:xfrm>
            <a:off x="6936729" y="7485315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GB" sz="1600" dirty="0"/>
          </a:p>
        </p:txBody>
      </p:sp>
      <p:sp>
        <p:nvSpPr>
          <p:cNvPr id="9634" name="Google Shape;66;p15">
            <a:extLst>
              <a:ext uri="{FF2B5EF4-FFF2-40B4-BE49-F238E27FC236}">
                <a16:creationId xmlns:a16="http://schemas.microsoft.com/office/drawing/2014/main" id="{14BF3AD9-F4FE-9E92-0F06-9F2FECDA004E}"/>
              </a:ext>
            </a:extLst>
          </p:cNvPr>
          <p:cNvSpPr txBox="1"/>
          <p:nvPr/>
        </p:nvSpPr>
        <p:spPr>
          <a:xfrm>
            <a:off x="6737319" y="6870203"/>
            <a:ext cx="1105349" cy="402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</a:rPr>
              <a:t>Release v1.1</a:t>
            </a:r>
            <a:endParaRPr kumimoji="0" sz="105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9635" name="Straight Connector 22">
            <a:extLst>
              <a:ext uri="{FF2B5EF4-FFF2-40B4-BE49-F238E27FC236}">
                <a16:creationId xmlns:a16="http://schemas.microsoft.com/office/drawing/2014/main" id="{CD5F9FB0-EB27-B74D-9818-3DE99B4A9C1F}"/>
              </a:ext>
            </a:extLst>
          </p:cNvPr>
          <p:cNvCxnSpPr>
            <a:cxnSpLocks/>
          </p:cNvCxnSpPr>
          <p:nvPr/>
        </p:nvCxnSpPr>
        <p:spPr>
          <a:xfrm flipV="1">
            <a:off x="2080620" y="6630020"/>
            <a:ext cx="6675039" cy="27218"/>
          </a:xfrm>
          <a:prstGeom prst="line">
            <a:avLst/>
          </a:prstGeom>
          <a:ln w="6350" cap="flat">
            <a:solidFill>
              <a:srgbClr val="7F7F7F"/>
            </a:solidFill>
            <a:prstDash val="solid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36" name="Google Shape;66;p15">
            <a:extLst>
              <a:ext uri="{FF2B5EF4-FFF2-40B4-BE49-F238E27FC236}">
                <a16:creationId xmlns:a16="http://schemas.microsoft.com/office/drawing/2014/main" id="{F621CCCB-777B-1E19-749B-934F43AF30A5}"/>
              </a:ext>
            </a:extLst>
          </p:cNvPr>
          <p:cNvSpPr txBox="1"/>
          <p:nvPr/>
        </p:nvSpPr>
        <p:spPr>
          <a:xfrm>
            <a:off x="773179" y="5196463"/>
            <a:ext cx="757032" cy="665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</a:rPr>
              <a:t>Rama protegida, necesita aprobación</a:t>
            </a:r>
          </a:p>
        </p:txBody>
      </p:sp>
      <p:cxnSp>
        <p:nvCxnSpPr>
          <p:cNvPr id="9637" name="Straight Connector 45">
            <a:extLst>
              <a:ext uri="{FF2B5EF4-FFF2-40B4-BE49-F238E27FC236}">
                <a16:creationId xmlns:a16="http://schemas.microsoft.com/office/drawing/2014/main" id="{198EB3F7-7F57-0E8F-F8FA-E2B17FB56FF7}"/>
              </a:ext>
            </a:extLst>
          </p:cNvPr>
          <p:cNvCxnSpPr>
            <a:cxnSpLocks/>
          </p:cNvCxnSpPr>
          <p:nvPr/>
        </p:nvCxnSpPr>
        <p:spPr>
          <a:xfrm flipV="1">
            <a:off x="2093412" y="3402830"/>
            <a:ext cx="7956000" cy="0"/>
          </a:xfrm>
          <a:prstGeom prst="line">
            <a:avLst/>
          </a:prstGeom>
          <a:ln w="6350" cap="flat">
            <a:solidFill>
              <a:srgbClr val="7F7F7F"/>
            </a:solidFill>
            <a:prstDash val="solid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38" name="Google Shape;65;p15">
            <a:extLst>
              <a:ext uri="{FF2B5EF4-FFF2-40B4-BE49-F238E27FC236}">
                <a16:creationId xmlns:a16="http://schemas.microsoft.com/office/drawing/2014/main" id="{9D73D925-8A77-E696-BB06-4B4934BD554A}"/>
              </a:ext>
            </a:extLst>
          </p:cNvPr>
          <p:cNvCxnSpPr>
            <a:cxnSpLocks/>
          </p:cNvCxnSpPr>
          <p:nvPr/>
        </p:nvCxnSpPr>
        <p:spPr>
          <a:xfrm>
            <a:off x="2080620" y="4817146"/>
            <a:ext cx="8003294" cy="0"/>
          </a:xfrm>
          <a:prstGeom prst="straightConnector1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39" name="Google Shape;68;p15">
            <a:extLst>
              <a:ext uri="{FF2B5EF4-FFF2-40B4-BE49-F238E27FC236}">
                <a16:creationId xmlns:a16="http://schemas.microsoft.com/office/drawing/2014/main" id="{33FE7936-9CB6-6A80-BDD8-AA99532B5F63}"/>
              </a:ext>
            </a:extLst>
          </p:cNvPr>
          <p:cNvSpPr/>
          <p:nvPr/>
        </p:nvSpPr>
        <p:spPr>
          <a:xfrm>
            <a:off x="2273418" y="4666898"/>
            <a:ext cx="338676" cy="327763"/>
          </a:xfrm>
          <a:prstGeom prst="ellipse">
            <a:avLst/>
          </a:prstGeom>
          <a:solidFill>
            <a:schemeClr val="accent3"/>
          </a:solidFill>
          <a:ln w="28575" cap="sq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9640" name="Google Shape;66;p15">
            <a:extLst>
              <a:ext uri="{FF2B5EF4-FFF2-40B4-BE49-F238E27FC236}">
                <a16:creationId xmlns:a16="http://schemas.microsoft.com/office/drawing/2014/main" id="{5A75585B-3ABA-7F00-F917-F8D2DBF4B7A7}"/>
              </a:ext>
            </a:extLst>
          </p:cNvPr>
          <p:cNvSpPr txBox="1"/>
          <p:nvPr/>
        </p:nvSpPr>
        <p:spPr>
          <a:xfrm>
            <a:off x="1210013" y="4588505"/>
            <a:ext cx="982197" cy="458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</a:rPr>
              <a:t>Main</a:t>
            </a:r>
            <a:endParaRPr kumimoji="0" sz="11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9641" name="Google Shape;82;p15">
            <a:extLst>
              <a:ext uri="{FF2B5EF4-FFF2-40B4-BE49-F238E27FC236}">
                <a16:creationId xmlns:a16="http://schemas.microsoft.com/office/drawing/2014/main" id="{C4B8868D-3BA1-472C-0B03-F1A1C167F08B}"/>
              </a:ext>
            </a:extLst>
          </p:cNvPr>
          <p:cNvSpPr/>
          <p:nvPr/>
        </p:nvSpPr>
        <p:spPr>
          <a:xfrm>
            <a:off x="4584171" y="4693223"/>
            <a:ext cx="338676" cy="327763"/>
          </a:xfrm>
          <a:prstGeom prst="ellipse">
            <a:avLst/>
          </a:prstGeom>
          <a:solidFill>
            <a:schemeClr val="accent3"/>
          </a:solidFill>
          <a:ln w="19050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pic>
        <p:nvPicPr>
          <p:cNvPr id="9642" name="Picture 2" descr="Resultado de imagen para candado  LOGO">
            <a:extLst>
              <a:ext uri="{FF2B5EF4-FFF2-40B4-BE49-F238E27FC236}">
                <a16:creationId xmlns:a16="http://schemas.microsoft.com/office/drawing/2014/main" id="{3906DD45-469F-6AAA-77B4-3EDF0D83EE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70445" y="4627912"/>
            <a:ext cx="379545" cy="379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643" name="Google Shape;66;p15">
            <a:extLst>
              <a:ext uri="{FF2B5EF4-FFF2-40B4-BE49-F238E27FC236}">
                <a16:creationId xmlns:a16="http://schemas.microsoft.com/office/drawing/2014/main" id="{FD54B8E2-0E87-8545-DE7B-74D3FC4C873F}"/>
              </a:ext>
            </a:extLst>
          </p:cNvPr>
          <p:cNvSpPr txBox="1"/>
          <p:nvPr/>
        </p:nvSpPr>
        <p:spPr>
          <a:xfrm>
            <a:off x="1210013" y="2750080"/>
            <a:ext cx="1002336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</a:rPr>
              <a:t>Feature</a:t>
            </a:r>
            <a:br>
              <a:rPr kumimoji="0" lang="en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</a:rPr>
            </a:br>
            <a:r>
              <a:rPr kumimoji="0" lang="en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</a:rPr>
              <a:t>Branches</a:t>
            </a:r>
            <a:br>
              <a:rPr kumimoji="0" lang="en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</a:rPr>
            </a:br>
            <a:r>
              <a:rPr kumimoji="0" lang="es-ES_tradnl" sz="800" b="0" i="0" u="none" strike="noStrike" kern="1200" cap="none" spc="0" normalizeH="0" baseline="0" dirty="0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</a:rPr>
              <a:t>(por cada HU)</a:t>
            </a:r>
          </a:p>
        </p:txBody>
      </p:sp>
      <p:sp>
        <p:nvSpPr>
          <p:cNvPr id="9644" name="Google Shape;161;p17">
            <a:extLst>
              <a:ext uri="{FF2B5EF4-FFF2-40B4-BE49-F238E27FC236}">
                <a16:creationId xmlns:a16="http://schemas.microsoft.com/office/drawing/2014/main" id="{0E919032-4395-7CC8-0114-C8B437DD1CFA}"/>
              </a:ext>
            </a:extLst>
          </p:cNvPr>
          <p:cNvSpPr/>
          <p:nvPr/>
        </p:nvSpPr>
        <p:spPr>
          <a:xfrm>
            <a:off x="2976794" y="3238949"/>
            <a:ext cx="338676" cy="327763"/>
          </a:xfrm>
          <a:prstGeom prst="ellipse">
            <a:avLst/>
          </a:prstGeom>
          <a:solidFill>
            <a:schemeClr val="accent1">
              <a:lumMod val="25000"/>
              <a:lumOff val="75000"/>
            </a:schemeClr>
          </a:solidFill>
          <a:ln w="28575" cap="sq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9645" name="Google Shape;72;p15">
            <a:extLst>
              <a:ext uri="{FF2B5EF4-FFF2-40B4-BE49-F238E27FC236}">
                <a16:creationId xmlns:a16="http://schemas.microsoft.com/office/drawing/2014/main" id="{86683F72-04FE-C1A5-057B-1507EAB202DB}"/>
              </a:ext>
            </a:extLst>
          </p:cNvPr>
          <p:cNvCxnSpPr>
            <a:cxnSpLocks/>
            <a:stCxn id="9639" idx="0"/>
            <a:endCxn id="9644" idx="3"/>
          </p:cNvCxnSpPr>
          <p:nvPr/>
        </p:nvCxnSpPr>
        <p:spPr>
          <a:xfrm flipV="1">
            <a:off x="2442756" y="3518712"/>
            <a:ext cx="583636" cy="1148186"/>
          </a:xfrm>
          <a:prstGeom prst="straightConnector1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46" name="Google Shape;72;p15">
            <a:extLst>
              <a:ext uri="{FF2B5EF4-FFF2-40B4-BE49-F238E27FC236}">
                <a16:creationId xmlns:a16="http://schemas.microsoft.com/office/drawing/2014/main" id="{CDF1AE54-8F13-EDBC-0C06-4C850D4312B6}"/>
              </a:ext>
            </a:extLst>
          </p:cNvPr>
          <p:cNvCxnSpPr>
            <a:cxnSpLocks/>
            <a:stCxn id="9649" idx="5"/>
            <a:endCxn id="9641" idx="1"/>
          </p:cNvCxnSpPr>
          <p:nvPr/>
        </p:nvCxnSpPr>
        <p:spPr>
          <a:xfrm>
            <a:off x="4105190" y="3518712"/>
            <a:ext cx="528579" cy="1222511"/>
          </a:xfrm>
          <a:prstGeom prst="straightConnector1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47" name="Google Shape;66;p15">
            <a:extLst>
              <a:ext uri="{FF2B5EF4-FFF2-40B4-BE49-F238E27FC236}">
                <a16:creationId xmlns:a16="http://schemas.microsoft.com/office/drawing/2014/main" id="{6BFD34AD-A409-3692-3B7C-AB1FA5843176}"/>
              </a:ext>
            </a:extLst>
          </p:cNvPr>
          <p:cNvSpPr txBox="1"/>
          <p:nvPr/>
        </p:nvSpPr>
        <p:spPr>
          <a:xfrm>
            <a:off x="10196102" y="4608000"/>
            <a:ext cx="1621368" cy="415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000" tIns="121900" rIns="72000" bIns="1219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</a:rPr>
              <a:t>QA Code</a:t>
            </a:r>
            <a:endParaRPr kumimoji="0" sz="105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9648" name="Google Shape;66;p15">
            <a:extLst>
              <a:ext uri="{FF2B5EF4-FFF2-40B4-BE49-F238E27FC236}">
                <a16:creationId xmlns:a16="http://schemas.microsoft.com/office/drawing/2014/main" id="{1E65E0FB-05CF-51F2-6332-433F0DFF7A17}"/>
              </a:ext>
            </a:extLst>
          </p:cNvPr>
          <p:cNvSpPr txBox="1"/>
          <p:nvPr/>
        </p:nvSpPr>
        <p:spPr>
          <a:xfrm>
            <a:off x="4486487" y="3453482"/>
            <a:ext cx="761086" cy="377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</a:rPr>
              <a:t>Pull Request</a:t>
            </a:r>
            <a:endParaRPr kumimoji="0" sz="105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9649" name="Google Shape;161;p17">
            <a:extLst>
              <a:ext uri="{FF2B5EF4-FFF2-40B4-BE49-F238E27FC236}">
                <a16:creationId xmlns:a16="http://schemas.microsoft.com/office/drawing/2014/main" id="{D8514181-DC7B-E437-0979-351A4634A0A3}"/>
              </a:ext>
            </a:extLst>
          </p:cNvPr>
          <p:cNvSpPr/>
          <p:nvPr/>
        </p:nvSpPr>
        <p:spPr>
          <a:xfrm>
            <a:off x="3816112" y="3238949"/>
            <a:ext cx="338676" cy="327763"/>
          </a:xfrm>
          <a:prstGeom prst="ellipse">
            <a:avLst/>
          </a:prstGeom>
          <a:solidFill>
            <a:schemeClr val="accent1">
              <a:lumMod val="25000"/>
              <a:lumOff val="75000"/>
            </a:schemeClr>
          </a:solidFill>
          <a:ln w="28575" cap="sq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9650" name="Google Shape;166;p17">
            <a:extLst>
              <a:ext uri="{FF2B5EF4-FFF2-40B4-BE49-F238E27FC236}">
                <a16:creationId xmlns:a16="http://schemas.microsoft.com/office/drawing/2014/main" id="{A9811105-3EAD-2A7C-10C3-D73D359E3A76}"/>
              </a:ext>
            </a:extLst>
          </p:cNvPr>
          <p:cNvCxnSpPr>
            <a:cxnSpLocks/>
          </p:cNvCxnSpPr>
          <p:nvPr/>
        </p:nvCxnSpPr>
        <p:spPr>
          <a:xfrm>
            <a:off x="3315470" y="3402830"/>
            <a:ext cx="500642" cy="0"/>
          </a:xfrm>
          <a:prstGeom prst="straightConnector1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51" name="Google Shape;66;p15">
            <a:extLst>
              <a:ext uri="{FF2B5EF4-FFF2-40B4-BE49-F238E27FC236}">
                <a16:creationId xmlns:a16="http://schemas.microsoft.com/office/drawing/2014/main" id="{75453691-4A23-0EF8-3A50-54F74C86A332}"/>
              </a:ext>
            </a:extLst>
          </p:cNvPr>
          <p:cNvSpPr txBox="1"/>
          <p:nvPr/>
        </p:nvSpPr>
        <p:spPr>
          <a:xfrm>
            <a:off x="10196102" y="2868672"/>
            <a:ext cx="1353856" cy="391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000" tIns="121900" rIns="72000" bIns="1219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</a:rPr>
              <a:t>Development Code</a:t>
            </a:r>
            <a:endParaRPr kumimoji="0" sz="105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pic>
        <p:nvPicPr>
          <p:cNvPr id="9652" name="Picture 10" descr="Resultado de imagen para reloj de arena logo">
            <a:extLst>
              <a:ext uri="{FF2B5EF4-FFF2-40B4-BE49-F238E27FC236}">
                <a16:creationId xmlns:a16="http://schemas.microsoft.com/office/drawing/2014/main" id="{A347A4C9-6E8F-D0D6-70B2-9B88AEF51F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81785" y="2899203"/>
            <a:ext cx="356865" cy="356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653" name="Shape 98">
            <a:extLst>
              <a:ext uri="{FF2B5EF4-FFF2-40B4-BE49-F238E27FC236}">
                <a16:creationId xmlns:a16="http://schemas.microsoft.com/office/drawing/2014/main" id="{C7A63575-6620-646A-0612-185E385EFB89}"/>
              </a:ext>
            </a:extLst>
          </p:cNvPr>
          <p:cNvPicPr preferRelativeResize="0"/>
          <p:nvPr/>
        </p:nvPicPr>
        <p:blipFill rotWithShape="1">
          <a:blip r:embed="rId8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02159" y="3456596"/>
            <a:ext cx="196439" cy="196439"/>
          </a:xfrm>
          <a:prstGeom prst="rect">
            <a:avLst/>
          </a:prstGeom>
          <a:noFill/>
          <a:ln>
            <a:noFill/>
          </a:ln>
        </p:spPr>
      </p:pic>
      <p:sp>
        <p:nvSpPr>
          <p:cNvPr id="9654" name="Google Shape;66;p15">
            <a:extLst>
              <a:ext uri="{FF2B5EF4-FFF2-40B4-BE49-F238E27FC236}">
                <a16:creationId xmlns:a16="http://schemas.microsoft.com/office/drawing/2014/main" id="{73DE14CB-3138-EB4D-FEBD-7DBC4629E3AB}"/>
              </a:ext>
            </a:extLst>
          </p:cNvPr>
          <p:cNvSpPr txBox="1"/>
          <p:nvPr/>
        </p:nvSpPr>
        <p:spPr>
          <a:xfrm>
            <a:off x="4172876" y="3637598"/>
            <a:ext cx="451112" cy="200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</a:rPr>
              <a:t>Dev</a:t>
            </a:r>
            <a:endParaRPr kumimoji="0" sz="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pic>
        <p:nvPicPr>
          <p:cNvPr id="9655" name="Shape 103">
            <a:extLst>
              <a:ext uri="{FF2B5EF4-FFF2-40B4-BE49-F238E27FC236}">
                <a16:creationId xmlns:a16="http://schemas.microsoft.com/office/drawing/2014/main" id="{8981DEA2-0006-63A6-1B7E-AD125D1020A4}"/>
              </a:ext>
            </a:extLst>
          </p:cNvPr>
          <p:cNvPicPr preferRelativeResize="0"/>
          <p:nvPr/>
        </p:nvPicPr>
        <p:blipFill rotWithShape="1">
          <a:blip r:embed="rId9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04428" y="4316768"/>
            <a:ext cx="196439" cy="19643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656" name="Google Shape;166;p17">
            <a:extLst>
              <a:ext uri="{FF2B5EF4-FFF2-40B4-BE49-F238E27FC236}">
                <a16:creationId xmlns:a16="http://schemas.microsoft.com/office/drawing/2014/main" id="{E7465873-F462-CE6E-98CF-C67E5980CFD8}"/>
              </a:ext>
            </a:extLst>
          </p:cNvPr>
          <p:cNvCxnSpPr>
            <a:cxnSpLocks/>
          </p:cNvCxnSpPr>
          <p:nvPr/>
        </p:nvCxnSpPr>
        <p:spPr>
          <a:xfrm>
            <a:off x="5078715" y="3620307"/>
            <a:ext cx="327399" cy="0"/>
          </a:xfrm>
          <a:prstGeom prst="straightConnector1">
            <a:avLst/>
          </a:prstGeom>
          <a:noFill/>
          <a:ln w="63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657" name="Flecha abajo 26">
            <a:extLst>
              <a:ext uri="{FF2B5EF4-FFF2-40B4-BE49-F238E27FC236}">
                <a16:creationId xmlns:a16="http://schemas.microsoft.com/office/drawing/2014/main" id="{D5BA09CA-1FF6-078A-CF81-6FF1C66DB62E}"/>
              </a:ext>
            </a:extLst>
          </p:cNvPr>
          <p:cNvSpPr/>
          <p:nvPr/>
        </p:nvSpPr>
        <p:spPr>
          <a:xfrm rot="10800000">
            <a:off x="2298218" y="5061975"/>
            <a:ext cx="289078" cy="14665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9658" name="Google Shape;66;p15">
            <a:extLst>
              <a:ext uri="{FF2B5EF4-FFF2-40B4-BE49-F238E27FC236}">
                <a16:creationId xmlns:a16="http://schemas.microsoft.com/office/drawing/2014/main" id="{402341F9-B7C8-525D-D7B4-3B0EB19DAEF2}"/>
              </a:ext>
            </a:extLst>
          </p:cNvPr>
          <p:cNvSpPr txBox="1"/>
          <p:nvPr/>
        </p:nvSpPr>
        <p:spPr>
          <a:xfrm>
            <a:off x="2070765" y="5160486"/>
            <a:ext cx="744214" cy="402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</a:rPr>
              <a:t>Release</a:t>
            </a:r>
            <a:br>
              <a:rPr kumimoji="0" lang="en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</a:rPr>
            </a:br>
            <a:r>
              <a:rPr kumimoji="0" lang="en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</a:rPr>
              <a:t>v1.0</a:t>
            </a:r>
            <a:endParaRPr kumimoji="0" sz="105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9659" name="Google Shape;66;p15">
            <a:extLst>
              <a:ext uri="{FF2B5EF4-FFF2-40B4-BE49-F238E27FC236}">
                <a16:creationId xmlns:a16="http://schemas.microsoft.com/office/drawing/2014/main" id="{9D503281-B78B-3529-4B4A-7EEDF6C3D851}"/>
              </a:ext>
            </a:extLst>
          </p:cNvPr>
          <p:cNvSpPr txBox="1"/>
          <p:nvPr/>
        </p:nvSpPr>
        <p:spPr>
          <a:xfrm>
            <a:off x="4634915" y="4493825"/>
            <a:ext cx="636960" cy="195814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36000" tIns="36000" rIns="36000" bIns="360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</a:rPr>
              <a:t>Tech Leader</a:t>
            </a:r>
            <a:endParaRPr kumimoji="0" sz="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9660" name="Google Shape;66;p15">
            <a:extLst>
              <a:ext uri="{FF2B5EF4-FFF2-40B4-BE49-F238E27FC236}">
                <a16:creationId xmlns:a16="http://schemas.microsoft.com/office/drawing/2014/main" id="{2D20B5E0-79A9-E58C-CA50-4673FEFC4E2D}"/>
              </a:ext>
            </a:extLst>
          </p:cNvPr>
          <p:cNvSpPr txBox="1"/>
          <p:nvPr/>
        </p:nvSpPr>
        <p:spPr>
          <a:xfrm>
            <a:off x="5140500" y="4354803"/>
            <a:ext cx="1359411" cy="327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105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</a:rPr>
              <a:t>Code</a:t>
            </a:r>
            <a:r>
              <a:rPr kumimoji="0" lang="es-ES_tradnl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</a:rPr>
              <a:t> </a:t>
            </a:r>
            <a:r>
              <a:rPr kumimoji="0" lang="es-ES_tradnl" sz="105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</a:rPr>
              <a:t>Review</a:t>
            </a:r>
            <a:r>
              <a:rPr kumimoji="0" lang="es-ES_tradnl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</a:rPr>
              <a:t> and </a:t>
            </a:r>
            <a:br>
              <a:rPr kumimoji="0" lang="es-ES_tradnl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</a:rPr>
            </a:br>
            <a:r>
              <a:rPr kumimoji="0" lang="es-ES_tradnl" sz="105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</a:rPr>
              <a:t>Approve</a:t>
            </a:r>
            <a:r>
              <a:rPr kumimoji="0" lang="es-ES_tradnl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</a:rPr>
              <a:t> PR</a:t>
            </a:r>
          </a:p>
        </p:txBody>
      </p:sp>
      <p:cxnSp>
        <p:nvCxnSpPr>
          <p:cNvPr id="9661" name="Google Shape;72;p15">
            <a:extLst>
              <a:ext uri="{FF2B5EF4-FFF2-40B4-BE49-F238E27FC236}">
                <a16:creationId xmlns:a16="http://schemas.microsoft.com/office/drawing/2014/main" id="{1995C578-7F69-0CC8-AADD-BD340E2AC3B0}"/>
              </a:ext>
            </a:extLst>
          </p:cNvPr>
          <p:cNvCxnSpPr>
            <a:cxnSpLocks/>
          </p:cNvCxnSpPr>
          <p:nvPr/>
        </p:nvCxnSpPr>
        <p:spPr>
          <a:xfrm flipH="1" flipV="1">
            <a:off x="3972579" y="3594084"/>
            <a:ext cx="0" cy="1162720"/>
          </a:xfrm>
          <a:prstGeom prst="straightConnector1">
            <a:avLst/>
          </a:prstGeom>
          <a:noFill/>
          <a:ln w="6350" cap="flat" cmpd="sng">
            <a:solidFill>
              <a:schemeClr val="tx1"/>
            </a:solidFill>
            <a:prstDash val="sysDash"/>
            <a:round/>
            <a:headEnd type="none" w="med" len="med"/>
            <a:tailEnd type="triangle" w="med" len="med"/>
          </a:ln>
        </p:spPr>
      </p:cxnSp>
      <p:sp>
        <p:nvSpPr>
          <p:cNvPr id="9662" name="Google Shape;66;p15">
            <a:extLst>
              <a:ext uri="{FF2B5EF4-FFF2-40B4-BE49-F238E27FC236}">
                <a16:creationId xmlns:a16="http://schemas.microsoft.com/office/drawing/2014/main" id="{AA0762CC-D977-BCB5-026F-EBBA8A32C38C}"/>
              </a:ext>
            </a:extLst>
          </p:cNvPr>
          <p:cNvSpPr txBox="1"/>
          <p:nvPr/>
        </p:nvSpPr>
        <p:spPr>
          <a:xfrm>
            <a:off x="3917852" y="4010777"/>
            <a:ext cx="481934" cy="377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</a:rPr>
              <a:t>Pull</a:t>
            </a:r>
            <a:endParaRPr kumimoji="0" sz="105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9663" name="Group 71">
            <a:extLst>
              <a:ext uri="{FF2B5EF4-FFF2-40B4-BE49-F238E27FC236}">
                <a16:creationId xmlns:a16="http://schemas.microsoft.com/office/drawing/2014/main" id="{75E42531-69D9-0A49-2E00-8A1214301168}"/>
              </a:ext>
            </a:extLst>
          </p:cNvPr>
          <p:cNvGrpSpPr/>
          <p:nvPr/>
        </p:nvGrpSpPr>
        <p:grpSpPr>
          <a:xfrm>
            <a:off x="6874767" y="3430206"/>
            <a:ext cx="2038101" cy="559773"/>
            <a:chOff x="6178679" y="2736672"/>
            <a:chExt cx="2241046" cy="615513"/>
          </a:xfrm>
        </p:grpSpPr>
        <p:sp>
          <p:nvSpPr>
            <p:cNvPr id="9664" name="Shape 114">
              <a:extLst>
                <a:ext uri="{FF2B5EF4-FFF2-40B4-BE49-F238E27FC236}">
                  <a16:creationId xmlns:a16="http://schemas.microsoft.com/office/drawing/2014/main" id="{85F04B55-E88A-119E-E867-7849446855DD}"/>
                </a:ext>
              </a:extLst>
            </p:cNvPr>
            <p:cNvSpPr txBox="1"/>
            <p:nvPr/>
          </p:nvSpPr>
          <p:spPr>
            <a:xfrm>
              <a:off x="6531663" y="2736672"/>
              <a:ext cx="1888062" cy="6155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8000" tIns="121900" rIns="360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PE" sz="105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Open Sans" panose="020B0606030504020204" pitchFamily="34" charset="0"/>
                  <a:cs typeface="Arial" panose="020B0604020202020204" pitchFamily="34" charset="0"/>
                </a:rPr>
                <a:t>Continuous Integration</a:t>
              </a:r>
              <a:endParaRPr kumimoji="0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Open Sans" panose="020B0606030504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9665" name="Graphic 73" descr="Single gear">
              <a:extLst>
                <a:ext uri="{FF2B5EF4-FFF2-40B4-BE49-F238E27FC236}">
                  <a16:creationId xmlns:a16="http://schemas.microsoft.com/office/drawing/2014/main" id="{D19435FA-8E0E-C392-F82C-7D9D5BEFC87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178679" y="2808355"/>
              <a:ext cx="457200" cy="458329"/>
            </a:xfrm>
            <a:prstGeom prst="rect">
              <a:avLst/>
            </a:prstGeom>
          </p:spPr>
        </p:pic>
      </p:grpSp>
      <p:cxnSp>
        <p:nvCxnSpPr>
          <p:cNvPr id="9666" name="Google Shape;166;p17">
            <a:extLst>
              <a:ext uri="{FF2B5EF4-FFF2-40B4-BE49-F238E27FC236}">
                <a16:creationId xmlns:a16="http://schemas.microsoft.com/office/drawing/2014/main" id="{0F2849E2-E237-FE39-3A18-8094C2AA1E15}"/>
              </a:ext>
            </a:extLst>
          </p:cNvPr>
          <p:cNvCxnSpPr>
            <a:cxnSpLocks/>
            <a:endCxn id="9665" idx="1"/>
          </p:cNvCxnSpPr>
          <p:nvPr/>
        </p:nvCxnSpPr>
        <p:spPr>
          <a:xfrm flipV="1">
            <a:off x="5850340" y="3703809"/>
            <a:ext cx="1024427" cy="0"/>
          </a:xfrm>
          <a:prstGeom prst="straightConnector1">
            <a:avLst/>
          </a:prstGeom>
          <a:noFill/>
          <a:ln w="63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9667" name="Group 75">
            <a:extLst>
              <a:ext uri="{FF2B5EF4-FFF2-40B4-BE49-F238E27FC236}">
                <a16:creationId xmlns:a16="http://schemas.microsoft.com/office/drawing/2014/main" id="{89F7BDB8-0D2A-FAD2-84C3-71498E66DAB7}"/>
              </a:ext>
            </a:extLst>
          </p:cNvPr>
          <p:cNvGrpSpPr/>
          <p:nvPr/>
        </p:nvGrpSpPr>
        <p:grpSpPr>
          <a:xfrm>
            <a:off x="4392927" y="5655513"/>
            <a:ext cx="1699066" cy="416824"/>
            <a:chOff x="5025518" y="1732174"/>
            <a:chExt cx="1872865" cy="458329"/>
          </a:xfrm>
        </p:grpSpPr>
        <p:sp>
          <p:nvSpPr>
            <p:cNvPr id="9668" name="Shape 114">
              <a:extLst>
                <a:ext uri="{FF2B5EF4-FFF2-40B4-BE49-F238E27FC236}">
                  <a16:creationId xmlns:a16="http://schemas.microsoft.com/office/drawing/2014/main" id="{97242580-B276-FECB-9921-9A338F08B2BF}"/>
                </a:ext>
              </a:extLst>
            </p:cNvPr>
            <p:cNvSpPr txBox="1"/>
            <p:nvPr/>
          </p:nvSpPr>
          <p:spPr>
            <a:xfrm>
              <a:off x="5370298" y="1804161"/>
              <a:ext cx="1528085" cy="3281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PE" sz="105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Open Sans" panose="020B0606030504020204" pitchFamily="34" charset="0"/>
                  <a:cs typeface="Arial" panose="020B0604020202020204" pitchFamily="34" charset="0"/>
                </a:rPr>
                <a:t>Deploy QA</a:t>
              </a:r>
              <a:endParaRPr kumimoji="0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Open Sans" panose="020B0606030504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9669" name="Graphic 77" descr="Single gear">
              <a:extLst>
                <a:ext uri="{FF2B5EF4-FFF2-40B4-BE49-F238E27FC236}">
                  <a16:creationId xmlns:a16="http://schemas.microsoft.com/office/drawing/2014/main" id="{70C84EB2-F913-ED10-C463-D3156EBA164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5025516" y="1732174"/>
              <a:ext cx="458329" cy="458329"/>
            </a:xfrm>
            <a:prstGeom prst="rect">
              <a:avLst/>
            </a:prstGeom>
          </p:spPr>
        </p:pic>
      </p:grpSp>
      <p:cxnSp>
        <p:nvCxnSpPr>
          <p:cNvPr id="9670" name="Google Shape;166;p17">
            <a:extLst>
              <a:ext uri="{FF2B5EF4-FFF2-40B4-BE49-F238E27FC236}">
                <a16:creationId xmlns:a16="http://schemas.microsoft.com/office/drawing/2014/main" id="{56975A30-96E1-E27A-6155-E3F9A4BB56E4}"/>
              </a:ext>
            </a:extLst>
          </p:cNvPr>
          <p:cNvCxnSpPr>
            <a:cxnSpLocks/>
          </p:cNvCxnSpPr>
          <p:nvPr/>
        </p:nvCxnSpPr>
        <p:spPr>
          <a:xfrm>
            <a:off x="4600824" y="5580363"/>
            <a:ext cx="0" cy="99849"/>
          </a:xfrm>
          <a:prstGeom prst="straightConnector1">
            <a:avLst/>
          </a:prstGeom>
          <a:noFill/>
          <a:ln w="63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9671" name="Group 79">
            <a:extLst>
              <a:ext uri="{FF2B5EF4-FFF2-40B4-BE49-F238E27FC236}">
                <a16:creationId xmlns:a16="http://schemas.microsoft.com/office/drawing/2014/main" id="{D1D26B08-63EB-3DC2-A343-7D5CEDE16681}"/>
              </a:ext>
            </a:extLst>
          </p:cNvPr>
          <p:cNvGrpSpPr>
            <a:grpSpLocks noChangeAspect="1"/>
          </p:cNvGrpSpPr>
          <p:nvPr/>
        </p:nvGrpSpPr>
        <p:grpSpPr>
          <a:xfrm>
            <a:off x="5245030" y="3458828"/>
            <a:ext cx="674865" cy="463510"/>
            <a:chOff x="3424036" y="4960128"/>
            <a:chExt cx="860582" cy="591064"/>
          </a:xfrm>
        </p:grpSpPr>
        <p:pic>
          <p:nvPicPr>
            <p:cNvPr id="9672" name="Picture 6" descr="GitHub Actions · GitHub">
              <a:extLst>
                <a:ext uri="{FF2B5EF4-FFF2-40B4-BE49-F238E27FC236}">
                  <a16:creationId xmlns:a16="http://schemas.microsoft.com/office/drawing/2014/main" id="{A7864C80-344C-3A76-4B29-F3F8E7481C1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81940" y="4960128"/>
              <a:ext cx="411844" cy="4118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673" name="TextBox 81">
              <a:extLst>
                <a:ext uri="{FF2B5EF4-FFF2-40B4-BE49-F238E27FC236}">
                  <a16:creationId xmlns:a16="http://schemas.microsoft.com/office/drawing/2014/main" id="{65B9BDF5-979E-98E0-7ED5-83E17330B890}"/>
                </a:ext>
              </a:extLst>
            </p:cNvPr>
            <p:cNvSpPr txBox="1"/>
            <p:nvPr/>
          </p:nvSpPr>
          <p:spPr>
            <a:xfrm>
              <a:off x="3424036" y="5394202"/>
              <a:ext cx="860582" cy="156990"/>
            </a:xfrm>
            <a:prstGeom prst="rect">
              <a:avLst/>
            </a:prstGeom>
          </p:spPr>
          <p:txBody>
            <a:bodyPr vert="horz" wrap="non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 typeface="Segoe UI" panose="020B0502040204020203" pitchFamily="34" charset="0"/>
                <a:buChar char="​"/>
                <a:tabLst/>
                <a:defRPr/>
              </a:pPr>
              <a:r>
                <a:rPr kumimoji="0" lang="en-GB" sz="800" b="0" i="0" u="none" strike="noStrike" kern="1200" cap="none" spc="0" normalizeH="0" baseline="0" noProof="0" dirty="0" err="1">
                  <a:ln>
                    <a:noFill/>
                  </a:ln>
                  <a:effectLst/>
                  <a:uLnTx/>
                  <a:uFillTx/>
                  <a:ea typeface="+mn-ea"/>
                  <a:cs typeface="Arial" panose="020B0604020202020204" pitchFamily="34" charset="0"/>
                </a:rPr>
                <a:t>Github</a:t>
              </a:r>
              <a:r>
                <a:rPr kumimoji="0" lang="en-GB" sz="8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+mn-ea"/>
                  <a:cs typeface="Arial" panose="020B0604020202020204" pitchFamily="34" charset="0"/>
                </a:rPr>
                <a:t> Actions</a:t>
              </a:r>
            </a:p>
          </p:txBody>
        </p:sp>
      </p:grpSp>
      <p:grpSp>
        <p:nvGrpSpPr>
          <p:cNvPr id="9674" name="Group 82">
            <a:extLst>
              <a:ext uri="{FF2B5EF4-FFF2-40B4-BE49-F238E27FC236}">
                <a16:creationId xmlns:a16="http://schemas.microsoft.com/office/drawing/2014/main" id="{779EACA0-EED9-5DE9-7BED-5EB352434A24}"/>
              </a:ext>
            </a:extLst>
          </p:cNvPr>
          <p:cNvGrpSpPr>
            <a:grpSpLocks noChangeAspect="1"/>
          </p:cNvGrpSpPr>
          <p:nvPr/>
        </p:nvGrpSpPr>
        <p:grpSpPr>
          <a:xfrm>
            <a:off x="4482667" y="5065590"/>
            <a:ext cx="674865" cy="463510"/>
            <a:chOff x="3424036" y="4960128"/>
            <a:chExt cx="860582" cy="591064"/>
          </a:xfrm>
        </p:grpSpPr>
        <p:pic>
          <p:nvPicPr>
            <p:cNvPr id="9675" name="Picture 6" descr="GitHub Actions · GitHub">
              <a:extLst>
                <a:ext uri="{FF2B5EF4-FFF2-40B4-BE49-F238E27FC236}">
                  <a16:creationId xmlns:a16="http://schemas.microsoft.com/office/drawing/2014/main" id="{D2F09C53-1823-19A4-022D-DFC27AF7719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81940" y="4960128"/>
              <a:ext cx="411844" cy="4118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676" name="TextBox 84">
              <a:extLst>
                <a:ext uri="{FF2B5EF4-FFF2-40B4-BE49-F238E27FC236}">
                  <a16:creationId xmlns:a16="http://schemas.microsoft.com/office/drawing/2014/main" id="{44A248D8-1609-1481-9BA1-D75FCD34472A}"/>
                </a:ext>
              </a:extLst>
            </p:cNvPr>
            <p:cNvSpPr txBox="1"/>
            <p:nvPr/>
          </p:nvSpPr>
          <p:spPr>
            <a:xfrm>
              <a:off x="3424036" y="5394202"/>
              <a:ext cx="860582" cy="156990"/>
            </a:xfrm>
            <a:prstGeom prst="rect">
              <a:avLst/>
            </a:prstGeom>
          </p:spPr>
          <p:txBody>
            <a:bodyPr vert="horz" wrap="non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 typeface="Segoe UI" panose="020B0502040204020203" pitchFamily="34" charset="0"/>
                <a:buChar char="​"/>
                <a:tabLst/>
                <a:defRPr/>
              </a:pPr>
              <a:r>
                <a:rPr kumimoji="0" lang="en-GB" sz="800" b="0" i="0" u="none" strike="noStrike" kern="1200" cap="none" spc="0" normalizeH="0" baseline="0" noProof="0" dirty="0" err="1">
                  <a:ln>
                    <a:noFill/>
                  </a:ln>
                  <a:effectLst/>
                  <a:uLnTx/>
                  <a:uFillTx/>
                  <a:ea typeface="+mn-ea"/>
                  <a:cs typeface="Arial" panose="020B0604020202020204" pitchFamily="34" charset="0"/>
                </a:rPr>
                <a:t>Github</a:t>
              </a:r>
              <a:r>
                <a:rPr kumimoji="0" lang="en-GB" sz="8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+mn-ea"/>
                  <a:cs typeface="Arial" panose="020B0604020202020204" pitchFamily="34" charset="0"/>
                </a:rPr>
                <a:t> Actions</a:t>
              </a:r>
            </a:p>
          </p:txBody>
        </p:sp>
      </p:grpSp>
      <p:sp>
        <p:nvSpPr>
          <p:cNvPr id="9677" name="Google Shape;82;p15">
            <a:extLst>
              <a:ext uri="{FF2B5EF4-FFF2-40B4-BE49-F238E27FC236}">
                <a16:creationId xmlns:a16="http://schemas.microsoft.com/office/drawing/2014/main" id="{A0213A60-983C-BAC1-13D5-A814FDFF3D34}"/>
              </a:ext>
            </a:extLst>
          </p:cNvPr>
          <p:cNvSpPr/>
          <p:nvPr/>
        </p:nvSpPr>
        <p:spPr>
          <a:xfrm>
            <a:off x="6650568" y="4693223"/>
            <a:ext cx="338676" cy="327763"/>
          </a:xfrm>
          <a:prstGeom prst="ellipse">
            <a:avLst/>
          </a:prstGeom>
          <a:solidFill>
            <a:schemeClr val="accent3"/>
          </a:solidFill>
          <a:ln w="19050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9678" name="Straight Connector 86">
            <a:extLst>
              <a:ext uri="{FF2B5EF4-FFF2-40B4-BE49-F238E27FC236}">
                <a16:creationId xmlns:a16="http://schemas.microsoft.com/office/drawing/2014/main" id="{96B70741-641F-F604-DAB8-2A2F28C9076E}"/>
              </a:ext>
            </a:extLst>
          </p:cNvPr>
          <p:cNvCxnSpPr>
            <a:cxnSpLocks/>
          </p:cNvCxnSpPr>
          <p:nvPr/>
        </p:nvCxnSpPr>
        <p:spPr>
          <a:xfrm>
            <a:off x="2093412" y="2747169"/>
            <a:ext cx="7956000" cy="0"/>
          </a:xfrm>
          <a:prstGeom prst="line">
            <a:avLst/>
          </a:prstGeom>
          <a:ln w="6350" cap="flat">
            <a:solidFill>
              <a:srgbClr val="7F7F7F"/>
            </a:solidFill>
            <a:prstDash val="solid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79" name="Google Shape;161;p17">
            <a:extLst>
              <a:ext uri="{FF2B5EF4-FFF2-40B4-BE49-F238E27FC236}">
                <a16:creationId xmlns:a16="http://schemas.microsoft.com/office/drawing/2014/main" id="{AE484417-166C-EB5F-651E-E9373DFFC1B4}"/>
              </a:ext>
            </a:extLst>
          </p:cNvPr>
          <p:cNvSpPr/>
          <p:nvPr/>
        </p:nvSpPr>
        <p:spPr>
          <a:xfrm>
            <a:off x="2962092" y="2583288"/>
            <a:ext cx="338676" cy="327763"/>
          </a:xfrm>
          <a:prstGeom prst="ellipse">
            <a:avLst/>
          </a:prstGeom>
          <a:solidFill>
            <a:schemeClr val="accent1">
              <a:lumMod val="25000"/>
              <a:lumOff val="75000"/>
            </a:schemeClr>
          </a:solidFill>
          <a:ln w="28575" cap="sq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9680" name="Google Shape;161;p17">
            <a:extLst>
              <a:ext uri="{FF2B5EF4-FFF2-40B4-BE49-F238E27FC236}">
                <a16:creationId xmlns:a16="http://schemas.microsoft.com/office/drawing/2014/main" id="{B5DEDEA3-BAB7-ED55-BA7D-0B40342591A6}"/>
              </a:ext>
            </a:extLst>
          </p:cNvPr>
          <p:cNvSpPr/>
          <p:nvPr/>
        </p:nvSpPr>
        <p:spPr>
          <a:xfrm>
            <a:off x="4517732" y="2583288"/>
            <a:ext cx="338676" cy="327763"/>
          </a:xfrm>
          <a:prstGeom prst="ellipse">
            <a:avLst/>
          </a:prstGeom>
          <a:solidFill>
            <a:schemeClr val="accent1">
              <a:lumMod val="25000"/>
              <a:lumOff val="75000"/>
            </a:schemeClr>
          </a:solidFill>
          <a:ln w="28575" cap="sq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9681" name="Google Shape;166;p17">
            <a:extLst>
              <a:ext uri="{FF2B5EF4-FFF2-40B4-BE49-F238E27FC236}">
                <a16:creationId xmlns:a16="http://schemas.microsoft.com/office/drawing/2014/main" id="{ED112D8B-19F8-C511-B4DD-D47EDD09BAEC}"/>
              </a:ext>
            </a:extLst>
          </p:cNvPr>
          <p:cNvCxnSpPr>
            <a:cxnSpLocks/>
          </p:cNvCxnSpPr>
          <p:nvPr/>
        </p:nvCxnSpPr>
        <p:spPr>
          <a:xfrm>
            <a:off x="3300769" y="2747169"/>
            <a:ext cx="1216963" cy="0"/>
          </a:xfrm>
          <a:prstGeom prst="straightConnector1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82" name="Google Shape;72;p15">
            <a:extLst>
              <a:ext uri="{FF2B5EF4-FFF2-40B4-BE49-F238E27FC236}">
                <a16:creationId xmlns:a16="http://schemas.microsoft.com/office/drawing/2014/main" id="{98898124-7A8B-582C-5C62-EA84BD8CFF5B}"/>
              </a:ext>
            </a:extLst>
          </p:cNvPr>
          <p:cNvCxnSpPr>
            <a:cxnSpLocks/>
            <a:stCxn id="9639" idx="0"/>
            <a:endCxn id="9679" idx="3"/>
          </p:cNvCxnSpPr>
          <p:nvPr/>
        </p:nvCxnSpPr>
        <p:spPr>
          <a:xfrm flipV="1">
            <a:off x="2442756" y="2863051"/>
            <a:ext cx="568934" cy="1803847"/>
          </a:xfrm>
          <a:prstGeom prst="straightConnector1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83" name="Google Shape;161;p17">
            <a:extLst>
              <a:ext uri="{FF2B5EF4-FFF2-40B4-BE49-F238E27FC236}">
                <a16:creationId xmlns:a16="http://schemas.microsoft.com/office/drawing/2014/main" id="{FEAA06D5-D632-5259-47A7-491766AF18B7}"/>
              </a:ext>
            </a:extLst>
          </p:cNvPr>
          <p:cNvSpPr/>
          <p:nvPr/>
        </p:nvSpPr>
        <p:spPr>
          <a:xfrm>
            <a:off x="5851067" y="2583288"/>
            <a:ext cx="338676" cy="327763"/>
          </a:xfrm>
          <a:prstGeom prst="ellipse">
            <a:avLst/>
          </a:prstGeom>
          <a:solidFill>
            <a:schemeClr val="accent1">
              <a:lumMod val="25000"/>
              <a:lumOff val="75000"/>
            </a:schemeClr>
          </a:solidFill>
          <a:ln w="28575" cap="sq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9684" name="Google Shape;166;p17">
            <a:extLst>
              <a:ext uri="{FF2B5EF4-FFF2-40B4-BE49-F238E27FC236}">
                <a16:creationId xmlns:a16="http://schemas.microsoft.com/office/drawing/2014/main" id="{ADF4EF31-F69D-7B2E-19B3-BCD9C21F45A0}"/>
              </a:ext>
            </a:extLst>
          </p:cNvPr>
          <p:cNvCxnSpPr>
            <a:cxnSpLocks/>
          </p:cNvCxnSpPr>
          <p:nvPr/>
        </p:nvCxnSpPr>
        <p:spPr>
          <a:xfrm>
            <a:off x="4856408" y="2744135"/>
            <a:ext cx="994659" cy="6069"/>
          </a:xfrm>
          <a:prstGeom prst="straightConnector1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85" name="Google Shape;72;p15">
            <a:extLst>
              <a:ext uri="{FF2B5EF4-FFF2-40B4-BE49-F238E27FC236}">
                <a16:creationId xmlns:a16="http://schemas.microsoft.com/office/drawing/2014/main" id="{0171EB50-1848-E8C8-71E2-032907946F0B}"/>
              </a:ext>
            </a:extLst>
          </p:cNvPr>
          <p:cNvCxnSpPr>
            <a:cxnSpLocks/>
            <a:stCxn id="9683" idx="4"/>
            <a:endCxn id="9677" idx="1"/>
          </p:cNvCxnSpPr>
          <p:nvPr/>
        </p:nvCxnSpPr>
        <p:spPr>
          <a:xfrm>
            <a:off x="6020405" y="2911051"/>
            <a:ext cx="679761" cy="1830172"/>
          </a:xfrm>
          <a:prstGeom prst="straightConnector1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86" name="Google Shape;161;p17">
            <a:extLst>
              <a:ext uri="{FF2B5EF4-FFF2-40B4-BE49-F238E27FC236}">
                <a16:creationId xmlns:a16="http://schemas.microsoft.com/office/drawing/2014/main" id="{46F82D67-BC21-07AB-36A6-A8785F6740E1}"/>
              </a:ext>
            </a:extLst>
          </p:cNvPr>
          <p:cNvSpPr/>
          <p:nvPr/>
        </p:nvSpPr>
        <p:spPr>
          <a:xfrm>
            <a:off x="7126533" y="6467321"/>
            <a:ext cx="338676" cy="327763"/>
          </a:xfrm>
          <a:prstGeom prst="ellipse">
            <a:avLst/>
          </a:prstGeom>
          <a:solidFill>
            <a:schemeClr val="accent2"/>
          </a:solidFill>
          <a:ln w="28575" cap="sq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9687" name="Google Shape;166;p17">
            <a:extLst>
              <a:ext uri="{FF2B5EF4-FFF2-40B4-BE49-F238E27FC236}">
                <a16:creationId xmlns:a16="http://schemas.microsoft.com/office/drawing/2014/main" id="{0EE95F9A-BF16-4CB7-3E21-32BD3EB6BA34}"/>
              </a:ext>
            </a:extLst>
          </p:cNvPr>
          <p:cNvCxnSpPr>
            <a:cxnSpLocks/>
            <a:stCxn id="9686" idx="6"/>
          </p:cNvCxnSpPr>
          <p:nvPr/>
        </p:nvCxnSpPr>
        <p:spPr>
          <a:xfrm flipV="1">
            <a:off x="7465209" y="6631202"/>
            <a:ext cx="2618705" cy="1"/>
          </a:xfrm>
          <a:prstGeom prst="straightConnector1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88" name="Google Shape;72;p15">
            <a:extLst>
              <a:ext uri="{FF2B5EF4-FFF2-40B4-BE49-F238E27FC236}">
                <a16:creationId xmlns:a16="http://schemas.microsoft.com/office/drawing/2014/main" id="{21EABE56-CA1A-EE0E-079E-E7434DEFA43E}"/>
              </a:ext>
            </a:extLst>
          </p:cNvPr>
          <p:cNvCxnSpPr>
            <a:cxnSpLocks/>
            <a:stCxn id="9677" idx="4"/>
            <a:endCxn id="9686" idx="1"/>
          </p:cNvCxnSpPr>
          <p:nvPr/>
        </p:nvCxnSpPr>
        <p:spPr>
          <a:xfrm>
            <a:off x="6819906" y="5020986"/>
            <a:ext cx="356226" cy="1494334"/>
          </a:xfrm>
          <a:prstGeom prst="straightConnector1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689" name="Group 97">
            <a:extLst>
              <a:ext uri="{FF2B5EF4-FFF2-40B4-BE49-F238E27FC236}">
                <a16:creationId xmlns:a16="http://schemas.microsoft.com/office/drawing/2014/main" id="{64937130-6934-FE06-AB7C-C37264943996}"/>
              </a:ext>
            </a:extLst>
          </p:cNvPr>
          <p:cNvGrpSpPr>
            <a:grpSpLocks noChangeAspect="1"/>
          </p:cNvGrpSpPr>
          <p:nvPr/>
        </p:nvGrpSpPr>
        <p:grpSpPr>
          <a:xfrm>
            <a:off x="6987604" y="4926622"/>
            <a:ext cx="674865" cy="463510"/>
            <a:chOff x="3424036" y="4960128"/>
            <a:chExt cx="860582" cy="591064"/>
          </a:xfrm>
        </p:grpSpPr>
        <p:pic>
          <p:nvPicPr>
            <p:cNvPr id="9690" name="Picture 6" descr="GitHub Actions · GitHub">
              <a:extLst>
                <a:ext uri="{FF2B5EF4-FFF2-40B4-BE49-F238E27FC236}">
                  <a16:creationId xmlns:a16="http://schemas.microsoft.com/office/drawing/2014/main" id="{01E0B0BC-1C9F-4E73-AF2A-4063F1BB68F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81940" y="4960128"/>
              <a:ext cx="411844" cy="4118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691" name="TextBox 99">
              <a:extLst>
                <a:ext uri="{FF2B5EF4-FFF2-40B4-BE49-F238E27FC236}">
                  <a16:creationId xmlns:a16="http://schemas.microsoft.com/office/drawing/2014/main" id="{C1006383-718C-D258-6D8F-D383CA93FAD5}"/>
                </a:ext>
              </a:extLst>
            </p:cNvPr>
            <p:cNvSpPr txBox="1"/>
            <p:nvPr/>
          </p:nvSpPr>
          <p:spPr>
            <a:xfrm>
              <a:off x="3424036" y="5394202"/>
              <a:ext cx="860582" cy="156990"/>
            </a:xfrm>
            <a:prstGeom prst="rect">
              <a:avLst/>
            </a:prstGeom>
          </p:spPr>
          <p:txBody>
            <a:bodyPr vert="horz" wrap="non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 typeface="Segoe UI" panose="020B0502040204020203" pitchFamily="34" charset="0"/>
                <a:buChar char="​"/>
                <a:tabLst/>
                <a:defRPr/>
              </a:pPr>
              <a:r>
                <a:rPr kumimoji="0" lang="en-GB" sz="800" b="0" i="0" u="none" strike="noStrike" kern="1200" cap="none" spc="0" normalizeH="0" baseline="0" noProof="0" dirty="0" err="1">
                  <a:ln>
                    <a:noFill/>
                  </a:ln>
                  <a:effectLst/>
                  <a:uLnTx/>
                  <a:uFillTx/>
                  <a:ea typeface="+mn-ea"/>
                  <a:cs typeface="Arial" panose="020B0604020202020204" pitchFamily="34" charset="0"/>
                </a:rPr>
                <a:t>Github</a:t>
              </a:r>
              <a:r>
                <a:rPr kumimoji="0" lang="en-GB" sz="8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+mn-ea"/>
                  <a:cs typeface="Arial" panose="020B0604020202020204" pitchFamily="34" charset="0"/>
                </a:rPr>
                <a:t> Actions</a:t>
              </a:r>
            </a:p>
          </p:txBody>
        </p:sp>
      </p:grpSp>
      <p:grpSp>
        <p:nvGrpSpPr>
          <p:cNvPr id="9692" name="Group 103">
            <a:extLst>
              <a:ext uri="{FF2B5EF4-FFF2-40B4-BE49-F238E27FC236}">
                <a16:creationId xmlns:a16="http://schemas.microsoft.com/office/drawing/2014/main" id="{7DA8E040-AF9A-B9F1-E70E-582E14F31974}"/>
              </a:ext>
            </a:extLst>
          </p:cNvPr>
          <p:cNvGrpSpPr/>
          <p:nvPr/>
        </p:nvGrpSpPr>
        <p:grpSpPr>
          <a:xfrm>
            <a:off x="7606374" y="5834293"/>
            <a:ext cx="1699066" cy="416824"/>
            <a:chOff x="5025518" y="1732174"/>
            <a:chExt cx="1872865" cy="458329"/>
          </a:xfrm>
        </p:grpSpPr>
        <p:sp>
          <p:nvSpPr>
            <p:cNvPr id="9693" name="Shape 114">
              <a:extLst>
                <a:ext uri="{FF2B5EF4-FFF2-40B4-BE49-F238E27FC236}">
                  <a16:creationId xmlns:a16="http://schemas.microsoft.com/office/drawing/2014/main" id="{E18A4B08-B4AF-33EA-E5A2-7D9E80E35C76}"/>
                </a:ext>
              </a:extLst>
            </p:cNvPr>
            <p:cNvSpPr txBox="1"/>
            <p:nvPr/>
          </p:nvSpPr>
          <p:spPr>
            <a:xfrm>
              <a:off x="5370298" y="1804161"/>
              <a:ext cx="1528085" cy="3281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PE" sz="105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Open Sans" panose="020B0606030504020204" pitchFamily="34" charset="0"/>
                  <a:cs typeface="Arial" panose="020B0604020202020204" pitchFamily="34" charset="0"/>
                </a:rPr>
                <a:t>Deploy Prod</a:t>
              </a:r>
              <a:endParaRPr kumimoji="0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Open Sans" panose="020B0606030504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9694" name="Graphic 105" descr="Single gear">
              <a:extLst>
                <a:ext uri="{FF2B5EF4-FFF2-40B4-BE49-F238E27FC236}">
                  <a16:creationId xmlns:a16="http://schemas.microsoft.com/office/drawing/2014/main" id="{FB83D71B-49F1-AF61-092E-7E1521041D5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5025516" y="1732174"/>
              <a:ext cx="458329" cy="458329"/>
            </a:xfrm>
            <a:prstGeom prst="rect">
              <a:avLst/>
            </a:prstGeom>
          </p:spPr>
        </p:pic>
      </p:grpSp>
      <p:cxnSp>
        <p:nvCxnSpPr>
          <p:cNvPr id="9695" name="Google Shape;166;p17">
            <a:extLst>
              <a:ext uri="{FF2B5EF4-FFF2-40B4-BE49-F238E27FC236}">
                <a16:creationId xmlns:a16="http://schemas.microsoft.com/office/drawing/2014/main" id="{E4BA6462-1A81-AB30-BE47-3688C6AB6D2C}"/>
              </a:ext>
            </a:extLst>
          </p:cNvPr>
          <p:cNvCxnSpPr>
            <a:cxnSpLocks/>
          </p:cNvCxnSpPr>
          <p:nvPr/>
        </p:nvCxnSpPr>
        <p:spPr>
          <a:xfrm>
            <a:off x="7176132" y="5529100"/>
            <a:ext cx="426515" cy="365236"/>
          </a:xfrm>
          <a:prstGeom prst="straightConnector1">
            <a:avLst/>
          </a:prstGeom>
          <a:noFill/>
          <a:ln w="63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696" name="Google Shape;66;p15">
            <a:extLst>
              <a:ext uri="{FF2B5EF4-FFF2-40B4-BE49-F238E27FC236}">
                <a16:creationId xmlns:a16="http://schemas.microsoft.com/office/drawing/2014/main" id="{4DE0E473-848F-21B3-931D-2B3C9A9932B7}"/>
              </a:ext>
            </a:extLst>
          </p:cNvPr>
          <p:cNvSpPr txBox="1"/>
          <p:nvPr/>
        </p:nvSpPr>
        <p:spPr>
          <a:xfrm>
            <a:off x="4921046" y="4875411"/>
            <a:ext cx="454218" cy="234286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36000" tIns="36000" rIns="36000" bIns="3600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</a:rPr>
              <a:t>Merge</a:t>
            </a:r>
            <a:endParaRPr kumimoji="0" sz="105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9697" name="Group 109">
            <a:extLst>
              <a:ext uri="{FF2B5EF4-FFF2-40B4-BE49-F238E27FC236}">
                <a16:creationId xmlns:a16="http://schemas.microsoft.com/office/drawing/2014/main" id="{DC3782D8-F785-710A-2166-619ED3B2C0BA}"/>
              </a:ext>
            </a:extLst>
          </p:cNvPr>
          <p:cNvGrpSpPr/>
          <p:nvPr/>
        </p:nvGrpSpPr>
        <p:grpSpPr>
          <a:xfrm>
            <a:off x="881785" y="6341917"/>
            <a:ext cx="1330564" cy="584735"/>
            <a:chOff x="828241" y="1752545"/>
            <a:chExt cx="1463056" cy="642960"/>
          </a:xfrm>
        </p:grpSpPr>
        <p:sp>
          <p:nvSpPr>
            <p:cNvPr id="9698" name="Google Shape;66;p15">
              <a:extLst>
                <a:ext uri="{FF2B5EF4-FFF2-40B4-BE49-F238E27FC236}">
                  <a16:creationId xmlns:a16="http://schemas.microsoft.com/office/drawing/2014/main" id="{B7D2ECB5-5A27-B259-5F43-A3D053AECE20}"/>
                </a:ext>
              </a:extLst>
            </p:cNvPr>
            <p:cNvSpPr txBox="1"/>
            <p:nvPr/>
          </p:nvSpPr>
          <p:spPr>
            <a:xfrm>
              <a:off x="1189153" y="1752545"/>
              <a:ext cx="1102144" cy="6429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11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+mn-ea"/>
                  <a:cs typeface="Arial" panose="020B0604020202020204" pitchFamily="34" charset="0"/>
                </a:rPr>
                <a:t>Release</a:t>
              </a:r>
              <a:br>
                <a:rPr kumimoji="0" lang="en" sz="11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+mn-ea"/>
                  <a:cs typeface="Arial" panose="020B0604020202020204" pitchFamily="34" charset="0"/>
                </a:rPr>
              </a:br>
              <a:r>
                <a:rPr kumimoji="0" lang="en" sz="11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+mn-ea"/>
                  <a:cs typeface="Arial" panose="020B0604020202020204" pitchFamily="34" charset="0"/>
                </a:rPr>
                <a:t>Branches</a:t>
              </a:r>
              <a:endParaRPr kumimoji="0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pic>
          <p:nvPicPr>
            <p:cNvPr id="9699" name="Picture 10" descr="Resultado de imagen para reloj de arena logo">
              <a:extLst>
                <a:ext uri="{FF2B5EF4-FFF2-40B4-BE49-F238E27FC236}">
                  <a16:creationId xmlns:a16="http://schemas.microsoft.com/office/drawing/2014/main" id="{59FA3C37-FE00-C61D-D3CF-B374EFACCD9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8241" y="1916517"/>
              <a:ext cx="392400" cy="392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700" name="Flecha abajo 26">
            <a:extLst>
              <a:ext uri="{FF2B5EF4-FFF2-40B4-BE49-F238E27FC236}">
                <a16:creationId xmlns:a16="http://schemas.microsoft.com/office/drawing/2014/main" id="{B3C3925E-8353-73C8-4BA4-889AFBA452F1}"/>
              </a:ext>
            </a:extLst>
          </p:cNvPr>
          <p:cNvSpPr/>
          <p:nvPr/>
        </p:nvSpPr>
        <p:spPr>
          <a:xfrm rot="10800000">
            <a:off x="7145910" y="6828655"/>
            <a:ext cx="289078" cy="14733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9701" name="Google Shape;66;p15">
            <a:extLst>
              <a:ext uri="{FF2B5EF4-FFF2-40B4-BE49-F238E27FC236}">
                <a16:creationId xmlns:a16="http://schemas.microsoft.com/office/drawing/2014/main" id="{C606DDB8-964B-CD2C-4084-FB88052FB50B}"/>
              </a:ext>
            </a:extLst>
          </p:cNvPr>
          <p:cNvSpPr txBox="1"/>
          <p:nvPr/>
        </p:nvSpPr>
        <p:spPr>
          <a:xfrm>
            <a:off x="10199870" y="6426923"/>
            <a:ext cx="1621368" cy="415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000" tIns="121900" rIns="72000" bIns="1219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</a:rPr>
              <a:t>Production Code</a:t>
            </a:r>
            <a:endParaRPr kumimoji="0" sz="105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9702" name="Google Shape;161;p17">
            <a:extLst>
              <a:ext uri="{FF2B5EF4-FFF2-40B4-BE49-F238E27FC236}">
                <a16:creationId xmlns:a16="http://schemas.microsoft.com/office/drawing/2014/main" id="{59F6B55F-9431-EC15-3805-3D38B851506C}"/>
              </a:ext>
            </a:extLst>
          </p:cNvPr>
          <p:cNvSpPr/>
          <p:nvPr/>
        </p:nvSpPr>
        <p:spPr>
          <a:xfrm>
            <a:off x="8764913" y="4687246"/>
            <a:ext cx="338676" cy="327763"/>
          </a:xfrm>
          <a:prstGeom prst="ellipse">
            <a:avLst/>
          </a:prstGeom>
          <a:solidFill>
            <a:schemeClr val="accent3"/>
          </a:solidFill>
          <a:ln w="19050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60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9703" name="Google Shape;66;p15">
            <a:extLst>
              <a:ext uri="{FF2B5EF4-FFF2-40B4-BE49-F238E27FC236}">
                <a16:creationId xmlns:a16="http://schemas.microsoft.com/office/drawing/2014/main" id="{E8A6FE5A-E1AC-3A62-908A-0E1405AF8491}"/>
              </a:ext>
            </a:extLst>
          </p:cNvPr>
          <p:cNvSpPr txBox="1"/>
          <p:nvPr/>
        </p:nvSpPr>
        <p:spPr>
          <a:xfrm>
            <a:off x="8764913" y="4815729"/>
            <a:ext cx="1105349" cy="407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</a:rPr>
              <a:t>Bug Fix</a:t>
            </a:r>
            <a:endParaRPr kumimoji="0" sz="105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9704" name="Group 116">
            <a:extLst>
              <a:ext uri="{FF2B5EF4-FFF2-40B4-BE49-F238E27FC236}">
                <a16:creationId xmlns:a16="http://schemas.microsoft.com/office/drawing/2014/main" id="{0FF0BF6B-4DDC-FF41-3F55-5B26F9C0BE06}"/>
              </a:ext>
            </a:extLst>
          </p:cNvPr>
          <p:cNvGrpSpPr>
            <a:grpSpLocks noChangeAspect="1"/>
          </p:cNvGrpSpPr>
          <p:nvPr/>
        </p:nvGrpSpPr>
        <p:grpSpPr>
          <a:xfrm>
            <a:off x="8998709" y="6823142"/>
            <a:ext cx="674865" cy="463510"/>
            <a:chOff x="3424036" y="4960128"/>
            <a:chExt cx="860582" cy="591064"/>
          </a:xfrm>
        </p:grpSpPr>
        <p:pic>
          <p:nvPicPr>
            <p:cNvPr id="9705" name="Picture 6" descr="GitHub Actions · GitHub">
              <a:extLst>
                <a:ext uri="{FF2B5EF4-FFF2-40B4-BE49-F238E27FC236}">
                  <a16:creationId xmlns:a16="http://schemas.microsoft.com/office/drawing/2014/main" id="{E0E2D6EB-91F6-36D1-51FF-DE18038BB5A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81940" y="4960128"/>
              <a:ext cx="411844" cy="4118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706" name="TextBox 118">
              <a:extLst>
                <a:ext uri="{FF2B5EF4-FFF2-40B4-BE49-F238E27FC236}">
                  <a16:creationId xmlns:a16="http://schemas.microsoft.com/office/drawing/2014/main" id="{EC6BBB87-AB1F-05A2-5B2B-1E6E33749A96}"/>
                </a:ext>
              </a:extLst>
            </p:cNvPr>
            <p:cNvSpPr txBox="1"/>
            <p:nvPr/>
          </p:nvSpPr>
          <p:spPr>
            <a:xfrm>
              <a:off x="3424036" y="5394202"/>
              <a:ext cx="860582" cy="156990"/>
            </a:xfrm>
            <a:prstGeom prst="rect">
              <a:avLst/>
            </a:prstGeom>
          </p:spPr>
          <p:txBody>
            <a:bodyPr vert="horz" wrap="non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 typeface="Segoe UI" panose="020B0502040204020203" pitchFamily="34" charset="0"/>
                <a:buChar char="​"/>
                <a:tabLst/>
                <a:defRPr/>
              </a:pPr>
              <a:r>
                <a:rPr kumimoji="0" lang="en-GB" sz="800" b="0" i="0" u="none" strike="noStrike" kern="1200" cap="none" spc="0" normalizeH="0" baseline="0" noProof="0" dirty="0" err="1">
                  <a:ln>
                    <a:noFill/>
                  </a:ln>
                  <a:effectLst/>
                  <a:uLnTx/>
                  <a:uFillTx/>
                  <a:ea typeface="+mn-ea"/>
                  <a:cs typeface="Arial" panose="020B0604020202020204" pitchFamily="34" charset="0"/>
                </a:rPr>
                <a:t>Github</a:t>
              </a:r>
              <a:r>
                <a:rPr kumimoji="0" lang="en-GB" sz="8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+mn-ea"/>
                  <a:cs typeface="Arial" panose="020B0604020202020204" pitchFamily="34" charset="0"/>
                </a:rPr>
                <a:t> Actions</a:t>
              </a:r>
            </a:p>
          </p:txBody>
        </p:sp>
      </p:grpSp>
      <p:grpSp>
        <p:nvGrpSpPr>
          <p:cNvPr id="9707" name="Group 119">
            <a:extLst>
              <a:ext uri="{FF2B5EF4-FFF2-40B4-BE49-F238E27FC236}">
                <a16:creationId xmlns:a16="http://schemas.microsoft.com/office/drawing/2014/main" id="{9AC7B3A2-916B-DF5F-992B-2DA150495A48}"/>
              </a:ext>
            </a:extLst>
          </p:cNvPr>
          <p:cNvGrpSpPr/>
          <p:nvPr/>
        </p:nvGrpSpPr>
        <p:grpSpPr>
          <a:xfrm>
            <a:off x="9930924" y="6819600"/>
            <a:ext cx="1699066" cy="416824"/>
            <a:chOff x="5025518" y="1732174"/>
            <a:chExt cx="1872865" cy="458329"/>
          </a:xfrm>
        </p:grpSpPr>
        <p:sp>
          <p:nvSpPr>
            <p:cNvPr id="9708" name="Shape 114">
              <a:extLst>
                <a:ext uri="{FF2B5EF4-FFF2-40B4-BE49-F238E27FC236}">
                  <a16:creationId xmlns:a16="http://schemas.microsoft.com/office/drawing/2014/main" id="{283048A8-77DB-5728-2D1D-593AE34B0D91}"/>
                </a:ext>
              </a:extLst>
            </p:cNvPr>
            <p:cNvSpPr txBox="1"/>
            <p:nvPr/>
          </p:nvSpPr>
          <p:spPr>
            <a:xfrm>
              <a:off x="5370298" y="1804161"/>
              <a:ext cx="1528085" cy="3281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PE" sz="105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Open Sans" panose="020B0606030504020204" pitchFamily="34" charset="0"/>
                  <a:cs typeface="Arial" panose="020B0604020202020204" pitchFamily="34" charset="0"/>
                </a:rPr>
                <a:t>Deploy Prod</a:t>
              </a:r>
              <a:endParaRPr kumimoji="0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Open Sans" panose="020B0606030504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9709" name="Graphic 121" descr="Single gear">
              <a:extLst>
                <a:ext uri="{FF2B5EF4-FFF2-40B4-BE49-F238E27FC236}">
                  <a16:creationId xmlns:a16="http://schemas.microsoft.com/office/drawing/2014/main" id="{18922FCB-E87E-042C-6DA9-B37C5D67A0A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5025516" y="1732174"/>
              <a:ext cx="458329" cy="458329"/>
            </a:xfrm>
            <a:prstGeom prst="rect">
              <a:avLst/>
            </a:prstGeom>
          </p:spPr>
        </p:pic>
      </p:grpSp>
      <p:cxnSp>
        <p:nvCxnSpPr>
          <p:cNvPr id="9710" name="Google Shape;166;p17">
            <a:extLst>
              <a:ext uri="{FF2B5EF4-FFF2-40B4-BE49-F238E27FC236}">
                <a16:creationId xmlns:a16="http://schemas.microsoft.com/office/drawing/2014/main" id="{234189FE-1C65-F6E6-96BF-9567AFCE811C}"/>
              </a:ext>
            </a:extLst>
          </p:cNvPr>
          <p:cNvCxnSpPr>
            <a:cxnSpLocks/>
          </p:cNvCxnSpPr>
          <p:nvPr/>
        </p:nvCxnSpPr>
        <p:spPr>
          <a:xfrm>
            <a:off x="9656707" y="7028009"/>
            <a:ext cx="274216" cy="4"/>
          </a:xfrm>
          <a:prstGeom prst="straightConnector1">
            <a:avLst/>
          </a:prstGeom>
          <a:noFill/>
          <a:ln w="63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9711" name="Group 123">
            <a:extLst>
              <a:ext uri="{FF2B5EF4-FFF2-40B4-BE49-F238E27FC236}">
                <a16:creationId xmlns:a16="http://schemas.microsoft.com/office/drawing/2014/main" id="{D904A4FE-D0E8-195B-4C36-85681C69A341}"/>
              </a:ext>
            </a:extLst>
          </p:cNvPr>
          <p:cNvGrpSpPr/>
          <p:nvPr/>
        </p:nvGrpSpPr>
        <p:grpSpPr>
          <a:xfrm>
            <a:off x="6876419" y="4065896"/>
            <a:ext cx="1699066" cy="416824"/>
            <a:chOff x="5025518" y="1732174"/>
            <a:chExt cx="1872865" cy="458329"/>
          </a:xfrm>
        </p:grpSpPr>
        <p:sp>
          <p:nvSpPr>
            <p:cNvPr id="9712" name="Shape 114">
              <a:extLst>
                <a:ext uri="{FF2B5EF4-FFF2-40B4-BE49-F238E27FC236}">
                  <a16:creationId xmlns:a16="http://schemas.microsoft.com/office/drawing/2014/main" id="{3350F299-4420-674C-1BA0-AC9AE95D2679}"/>
                </a:ext>
              </a:extLst>
            </p:cNvPr>
            <p:cNvSpPr txBox="1"/>
            <p:nvPr/>
          </p:nvSpPr>
          <p:spPr>
            <a:xfrm>
              <a:off x="5370298" y="1804161"/>
              <a:ext cx="1528085" cy="3281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PE" sz="105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Open Sans" panose="020B0606030504020204" pitchFamily="34" charset="0"/>
                  <a:cs typeface="Arial" panose="020B0604020202020204" pitchFamily="34" charset="0"/>
                </a:rPr>
                <a:t>Deploy Dev</a:t>
              </a:r>
              <a:endParaRPr kumimoji="0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Open Sans" panose="020B0606030504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9713" name="Graphic 125" descr="Single gear">
              <a:extLst>
                <a:ext uri="{FF2B5EF4-FFF2-40B4-BE49-F238E27FC236}">
                  <a16:creationId xmlns:a16="http://schemas.microsoft.com/office/drawing/2014/main" id="{BF0394EC-A69D-E8FA-5B68-7440F4BAD61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5025516" y="1732174"/>
              <a:ext cx="458329" cy="458329"/>
            </a:xfrm>
            <a:prstGeom prst="rect">
              <a:avLst/>
            </a:prstGeom>
          </p:spPr>
        </p:pic>
      </p:grpSp>
      <p:cxnSp>
        <p:nvCxnSpPr>
          <p:cNvPr id="9714" name="Google Shape;166;p17">
            <a:extLst>
              <a:ext uri="{FF2B5EF4-FFF2-40B4-BE49-F238E27FC236}">
                <a16:creationId xmlns:a16="http://schemas.microsoft.com/office/drawing/2014/main" id="{14C407E1-F7D6-9D7B-2616-8E094399C46D}"/>
              </a:ext>
            </a:extLst>
          </p:cNvPr>
          <p:cNvCxnSpPr>
            <a:cxnSpLocks/>
            <a:endCxn id="9713" idx="1"/>
          </p:cNvCxnSpPr>
          <p:nvPr/>
        </p:nvCxnSpPr>
        <p:spPr>
          <a:xfrm>
            <a:off x="6657535" y="4274308"/>
            <a:ext cx="218883" cy="0"/>
          </a:xfrm>
          <a:prstGeom prst="straightConnector1">
            <a:avLst/>
          </a:prstGeom>
          <a:noFill/>
          <a:ln w="63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715" name="Google Shape;72;p15">
            <a:extLst>
              <a:ext uri="{FF2B5EF4-FFF2-40B4-BE49-F238E27FC236}">
                <a16:creationId xmlns:a16="http://schemas.microsoft.com/office/drawing/2014/main" id="{DC951544-4BCA-53E3-8655-92F34C0E3DEE}"/>
              </a:ext>
            </a:extLst>
          </p:cNvPr>
          <p:cNvCxnSpPr>
            <a:cxnSpLocks/>
            <a:stCxn id="9702" idx="4"/>
            <a:endCxn id="9716" idx="0"/>
          </p:cNvCxnSpPr>
          <p:nvPr/>
        </p:nvCxnSpPr>
        <p:spPr>
          <a:xfrm>
            <a:off x="8934251" y="5015009"/>
            <a:ext cx="340388" cy="1449134"/>
          </a:xfrm>
          <a:prstGeom prst="straightConnector1">
            <a:avLst/>
          </a:prstGeom>
          <a:ln w="12700" cap="flat">
            <a:solidFill>
              <a:schemeClr val="tx1"/>
            </a:solidFill>
            <a:prstDash val="dash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16" name="Google Shape;161;p17">
            <a:extLst>
              <a:ext uri="{FF2B5EF4-FFF2-40B4-BE49-F238E27FC236}">
                <a16:creationId xmlns:a16="http://schemas.microsoft.com/office/drawing/2014/main" id="{D9E21867-3D18-6818-F54C-6A02AFA827B8}"/>
              </a:ext>
            </a:extLst>
          </p:cNvPr>
          <p:cNvSpPr/>
          <p:nvPr/>
        </p:nvSpPr>
        <p:spPr>
          <a:xfrm>
            <a:off x="9105301" y="6464143"/>
            <a:ext cx="338676" cy="327763"/>
          </a:xfrm>
          <a:prstGeom prst="ellipse">
            <a:avLst/>
          </a:prstGeom>
          <a:solidFill>
            <a:schemeClr val="accent2"/>
          </a:solidFill>
          <a:ln w="28575" cap="sq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9717" name="Google Shape;66;p15">
            <a:extLst>
              <a:ext uri="{FF2B5EF4-FFF2-40B4-BE49-F238E27FC236}">
                <a16:creationId xmlns:a16="http://schemas.microsoft.com/office/drawing/2014/main" id="{4823A5B5-B370-0C49-22BF-C15DA1923AF9}"/>
              </a:ext>
            </a:extLst>
          </p:cNvPr>
          <p:cNvSpPr txBox="1"/>
          <p:nvPr/>
        </p:nvSpPr>
        <p:spPr>
          <a:xfrm>
            <a:off x="9234448" y="5708211"/>
            <a:ext cx="690012" cy="196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</a:rPr>
              <a:t>Cherry Pick</a:t>
            </a:r>
            <a:endParaRPr kumimoji="0" sz="105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10684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8FE93-5E3A-D286-50A2-9ABB9BFC8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5F1DEE0-7882-DCD9-9619-15A26DB40840}"/>
              </a:ext>
            </a:extLst>
          </p:cNvPr>
          <p:cNvSpPr/>
          <p:nvPr/>
        </p:nvSpPr>
        <p:spPr>
          <a:xfrm>
            <a:off x="11174176" y="125730"/>
            <a:ext cx="1388506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O" sz="1501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184749D5-82AB-0A26-B445-BEB9F6244CAA}"/>
              </a:ext>
            </a:extLst>
          </p:cNvPr>
          <p:cNvGrpSpPr/>
          <p:nvPr/>
        </p:nvGrpSpPr>
        <p:grpSpPr>
          <a:xfrm>
            <a:off x="-62746" y="0"/>
            <a:ext cx="449045" cy="9028825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92EE3FC5-4238-D6A1-3204-4278B094C0D0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BB40E9E9-48A5-6B20-14D0-0F9E580B916A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 sz="1501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FDFF09BD-E02D-E063-9337-0458F701075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6" tIns="50806" rIns="50806" bIns="50806" rtlCol="0" anchor="ctr"/>
              <a:lstStyle/>
              <a:p>
                <a:pPr algn="ctr">
                  <a:lnSpc>
                    <a:spcPts val="2656"/>
                  </a:lnSpc>
                </a:pPr>
                <a:endParaRPr sz="1501"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3C4DB6D1-2693-8AD5-A96D-0A2E1679242F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 sz="1501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431EB1E1-6D1A-16D4-4ED8-28A4BDD1DBED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 sz="1501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01C951C4-39DE-82C9-41AF-2826916DD75A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3E2BDEEB-90F9-1511-BD8F-55F65128CD27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 sz="1501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64D355D4-E808-4B79-67B2-EF8A5B3AEDD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6" tIns="50806" rIns="50806" bIns="50806" rtlCol="0" anchor="ctr"/>
              <a:lstStyle/>
              <a:p>
                <a:pPr algn="ctr">
                  <a:lnSpc>
                    <a:spcPts val="2656"/>
                  </a:lnSpc>
                </a:pPr>
                <a:endParaRPr sz="1501"/>
              </a:p>
            </p:txBody>
          </p:sp>
        </p:grpSp>
      </p:grpSp>
      <p:sp>
        <p:nvSpPr>
          <p:cNvPr id="9632" name="2. Slide Title">
            <a:extLst>
              <a:ext uri="{FF2B5EF4-FFF2-40B4-BE49-F238E27FC236}">
                <a16:creationId xmlns:a16="http://schemas.microsoft.com/office/drawing/2014/main" id="{B6BB7F7E-748C-D91B-C297-6EB96D6EE438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758730" y="557761"/>
            <a:ext cx="11082528" cy="5847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anchor="b" anchorCtr="0">
            <a:spAutoFit/>
          </a:bodyPr>
          <a:lstStyle>
            <a:lvl1pPr algn="ctr" defTabSz="914394" rtl="0" eaLnBrk="1" latinLnBrk="0" hangingPunct="1">
              <a:spcBef>
                <a:spcPct val="0"/>
              </a:spcBef>
              <a:buNone/>
              <a:defRPr sz="439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sz="3200" dirty="0" err="1"/>
              <a:t>Github</a:t>
            </a:r>
            <a:r>
              <a:rPr lang="es-ES_tradnl" sz="3200" dirty="0"/>
              <a:t> </a:t>
            </a:r>
            <a:r>
              <a:rPr lang="es-ES_tradnl" sz="3200" dirty="0" err="1"/>
              <a:t>Workflows</a:t>
            </a:r>
            <a:r>
              <a:rPr lang="es-ES_tradnl" sz="3200" dirty="0"/>
              <a:t>:  </a:t>
            </a:r>
            <a:r>
              <a:rPr lang="es-ES_tradnl" sz="3200" dirty="0" err="1"/>
              <a:t>Deployment</a:t>
            </a:r>
            <a:endParaRPr lang="en-US" sz="3196" b="1" dirty="0">
              <a:latin typeface="Poppins 1 Bold" panose="020B0604020202020204" charset="0"/>
              <a:ea typeface="+mn-ea"/>
              <a:cs typeface="Poppins 1 Bold" panose="020B0604020202020204" charset="0"/>
            </a:endParaRPr>
          </a:p>
        </p:txBody>
      </p:sp>
      <p:pic>
        <p:nvPicPr>
          <p:cNvPr id="12" name="Picture 8" descr="GitHub Actions 101 - PISQUARE">
            <a:extLst>
              <a:ext uri="{FF2B5EF4-FFF2-40B4-BE49-F238E27FC236}">
                <a16:creationId xmlns:a16="http://schemas.microsoft.com/office/drawing/2014/main" id="{0119F5E8-82A5-B2EB-735D-8D82165DA59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20" r="21906"/>
          <a:stretch/>
        </p:blipFill>
        <p:spPr bwMode="auto">
          <a:xfrm>
            <a:off x="1017280" y="3244573"/>
            <a:ext cx="632521" cy="535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3">
            <a:extLst>
              <a:ext uri="{FF2B5EF4-FFF2-40B4-BE49-F238E27FC236}">
                <a16:creationId xmlns:a16="http://schemas.microsoft.com/office/drawing/2014/main" id="{E2025988-193A-6A00-FF0D-7374C7ED8C3D}"/>
              </a:ext>
            </a:extLst>
          </p:cNvPr>
          <p:cNvSpPr/>
          <p:nvPr/>
        </p:nvSpPr>
        <p:spPr>
          <a:xfrm>
            <a:off x="835931" y="2226624"/>
            <a:ext cx="2854843" cy="5018001"/>
          </a:xfrm>
          <a:prstGeom prst="rect">
            <a:avLst/>
          </a:prstGeom>
          <a:noFill/>
          <a:ln w="38100" cap="sq">
            <a:solidFill>
              <a:schemeClr val="accent3"/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s-ES_tradnl" sz="1600" dirty="0" err="1">
              <a:solidFill>
                <a:schemeClr val="bg1"/>
              </a:solidFill>
            </a:endParaRPr>
          </a:p>
        </p:txBody>
      </p:sp>
      <p:cxnSp>
        <p:nvCxnSpPr>
          <p:cNvPr id="14" name="LineBasicDefault 14">
            <a:extLst>
              <a:ext uri="{FF2B5EF4-FFF2-40B4-BE49-F238E27FC236}">
                <a16:creationId xmlns:a16="http://schemas.microsoft.com/office/drawing/2014/main" id="{1DBD95AD-C374-79D5-5692-6A16BE5C8FFA}"/>
              </a:ext>
            </a:extLst>
          </p:cNvPr>
          <p:cNvCxnSpPr>
            <a:cxnSpLocks/>
          </p:cNvCxnSpPr>
          <p:nvPr>
            <p:custDataLst>
              <p:tags r:id="rId2"/>
            </p:custDataLst>
          </p:nvPr>
        </p:nvCxnSpPr>
        <p:spPr>
          <a:xfrm flipV="1">
            <a:off x="7663215" y="2137964"/>
            <a:ext cx="0" cy="4924775"/>
          </a:xfrm>
          <a:prstGeom prst="straightConnector1">
            <a:avLst/>
          </a:prstGeom>
          <a:ln w="6350" cap="flat">
            <a:solidFill>
              <a:srgbClr val="7F7F7F"/>
            </a:solidFill>
            <a:prstDash val="solid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5">
            <a:extLst>
              <a:ext uri="{FF2B5EF4-FFF2-40B4-BE49-F238E27FC236}">
                <a16:creationId xmlns:a16="http://schemas.microsoft.com/office/drawing/2014/main" id="{D101EB7C-E90F-30A7-F65D-FF98B43A4A4D}"/>
              </a:ext>
            </a:extLst>
          </p:cNvPr>
          <p:cNvSpPr txBox="1"/>
          <p:nvPr/>
        </p:nvSpPr>
        <p:spPr>
          <a:xfrm>
            <a:off x="7899234" y="2226624"/>
            <a:ext cx="4030519" cy="39318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s-ES_tradnl" sz="1800" b="1" dirty="0"/>
              <a:t>Recomendaciones</a:t>
            </a:r>
          </a:p>
          <a:p>
            <a:endParaRPr lang="es-ES_tradnl" sz="1800" b="1" dirty="0"/>
          </a:p>
          <a:p>
            <a:pPr lvl="1"/>
            <a:r>
              <a:rPr lang="es-ES_tradnl" dirty="0"/>
              <a:t>Migrar </a:t>
            </a:r>
            <a:r>
              <a:rPr lang="es-ES_tradnl" dirty="0" err="1"/>
              <a:t>Workflows</a:t>
            </a:r>
            <a:r>
              <a:rPr lang="es-ES_tradnl" dirty="0"/>
              <a:t> comunes a repositorio base de Github.</a:t>
            </a:r>
          </a:p>
          <a:p>
            <a:pPr marL="3175" lvl="1" indent="0">
              <a:buNone/>
            </a:pPr>
            <a:endParaRPr lang="es-ES_tradnl" dirty="0"/>
          </a:p>
          <a:p>
            <a:pPr lvl="1"/>
            <a:r>
              <a:rPr lang="es-ES_tradnl" dirty="0"/>
              <a:t>Implementar aprobaciones de TL para despliegue en ambiente productivo.</a:t>
            </a:r>
          </a:p>
          <a:p>
            <a:pPr marL="3175" lvl="1" indent="0">
              <a:buNone/>
            </a:pPr>
            <a:endParaRPr lang="es-ES_tradnl" dirty="0"/>
          </a:p>
          <a:p>
            <a:pPr lvl="1"/>
            <a:r>
              <a:rPr lang="es-ES_tradnl" dirty="0"/>
              <a:t>Validar reglas de despliegue en ambiente de QA (</a:t>
            </a:r>
            <a:r>
              <a:rPr lang="es-ES_tradnl" dirty="0" err="1"/>
              <a:t>ejm</a:t>
            </a:r>
            <a:r>
              <a:rPr lang="es-ES_tradnl" dirty="0"/>
              <a:t>: solo </a:t>
            </a:r>
            <a:r>
              <a:rPr lang="es-ES_tradnl" dirty="0" err="1"/>
              <a:t>main</a:t>
            </a:r>
            <a:r>
              <a:rPr lang="es-ES_tradnl" dirty="0"/>
              <a:t> o Branch </a:t>
            </a:r>
            <a:r>
              <a:rPr lang="es-ES_tradnl" dirty="0" err="1"/>
              <a:t>main</a:t>
            </a:r>
            <a:r>
              <a:rPr lang="es-ES_tradnl" dirty="0"/>
              <a:t>)</a:t>
            </a:r>
          </a:p>
          <a:p>
            <a:pPr marL="3175" lvl="1" indent="0">
              <a:buNone/>
            </a:pPr>
            <a:endParaRPr lang="es-ES_tradnl" dirty="0"/>
          </a:p>
          <a:p>
            <a:pPr lvl="1"/>
            <a:r>
              <a:rPr lang="es-ES_tradnl" dirty="0"/>
              <a:t>Mejorar tiempos de </a:t>
            </a:r>
            <a:r>
              <a:rPr lang="es-ES_tradnl" dirty="0" err="1"/>
              <a:t>build</a:t>
            </a:r>
            <a:r>
              <a:rPr lang="es-ES_tradnl" dirty="0"/>
              <a:t> </a:t>
            </a:r>
            <a:r>
              <a:rPr lang="es-ES_tradnl" dirty="0" err="1"/>
              <a:t>image</a:t>
            </a:r>
            <a:r>
              <a:rPr lang="es-ES_tradnl" dirty="0"/>
              <a:t>.</a:t>
            </a:r>
          </a:p>
          <a:p>
            <a:pPr lvl="1"/>
            <a:endParaRPr lang="es-ES_tradnl" dirty="0"/>
          </a:p>
          <a:p>
            <a:pPr lvl="1"/>
            <a:r>
              <a:rPr lang="es-ES_tradnl" dirty="0"/>
              <a:t>Validar reglas de calidad adicionales.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0C84050C-9A68-F8D1-A1BD-E8E0DB08D497}"/>
              </a:ext>
            </a:extLst>
          </p:cNvPr>
          <p:cNvSpPr txBox="1"/>
          <p:nvPr/>
        </p:nvSpPr>
        <p:spPr>
          <a:xfrm>
            <a:off x="1017280" y="2402295"/>
            <a:ext cx="2423896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s-ES_tradnl" sz="1400" b="1" dirty="0"/>
              <a:t>Git Hub </a:t>
            </a:r>
            <a:r>
              <a:rPr lang="es-ES_tradnl" sz="1400" b="1" dirty="0" err="1"/>
              <a:t>Action</a:t>
            </a:r>
            <a:r>
              <a:rPr lang="es-ES_tradnl" sz="1400" b="1" dirty="0"/>
              <a:t> Templates</a:t>
            </a:r>
          </a:p>
        </p:txBody>
      </p:sp>
      <p:sp>
        <p:nvSpPr>
          <p:cNvPr id="17" name="TextBox 19">
            <a:extLst>
              <a:ext uri="{FF2B5EF4-FFF2-40B4-BE49-F238E27FC236}">
                <a16:creationId xmlns:a16="http://schemas.microsoft.com/office/drawing/2014/main" id="{2A512634-0198-EEFD-0E1F-6D5A4723ECD7}"/>
              </a:ext>
            </a:extLst>
          </p:cNvPr>
          <p:cNvSpPr txBox="1"/>
          <p:nvPr/>
        </p:nvSpPr>
        <p:spPr>
          <a:xfrm>
            <a:off x="1831150" y="3318824"/>
            <a:ext cx="143415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s-ES_tradnl" sz="1400" b="1" dirty="0" err="1"/>
              <a:t>Deploy</a:t>
            </a:r>
            <a:r>
              <a:rPr lang="es-ES_tradnl" sz="1400" b="1" dirty="0"/>
              <a:t> Lambda</a:t>
            </a:r>
          </a:p>
        </p:txBody>
      </p:sp>
      <p:sp>
        <p:nvSpPr>
          <p:cNvPr id="18" name="TextBox 20">
            <a:extLst>
              <a:ext uri="{FF2B5EF4-FFF2-40B4-BE49-F238E27FC236}">
                <a16:creationId xmlns:a16="http://schemas.microsoft.com/office/drawing/2014/main" id="{F353AEBE-617F-03A9-5BC0-80C20F1520AF}"/>
              </a:ext>
            </a:extLst>
          </p:cNvPr>
          <p:cNvSpPr txBox="1"/>
          <p:nvPr/>
        </p:nvSpPr>
        <p:spPr>
          <a:xfrm>
            <a:off x="1017280" y="4003226"/>
            <a:ext cx="143415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s-ES_tradnl" sz="1400" b="1" dirty="0"/>
              <a:t>Inputs</a:t>
            </a:r>
          </a:p>
        </p:txBody>
      </p:sp>
      <p:sp>
        <p:nvSpPr>
          <p:cNvPr id="19" name="TextBox 21">
            <a:extLst>
              <a:ext uri="{FF2B5EF4-FFF2-40B4-BE49-F238E27FC236}">
                <a16:creationId xmlns:a16="http://schemas.microsoft.com/office/drawing/2014/main" id="{A434436F-CE23-2083-C81F-8AD0819EA852}"/>
              </a:ext>
            </a:extLst>
          </p:cNvPr>
          <p:cNvSpPr txBox="1"/>
          <p:nvPr/>
        </p:nvSpPr>
        <p:spPr>
          <a:xfrm>
            <a:off x="1114074" y="4313410"/>
            <a:ext cx="1853375" cy="8002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s-ES_tradnl" sz="1400" dirty="0"/>
              <a:t>Ambiente</a:t>
            </a:r>
          </a:p>
          <a:p>
            <a:r>
              <a:rPr lang="es-ES_tradnl" sz="1400" dirty="0"/>
              <a:t>Repositorio ECR</a:t>
            </a:r>
          </a:p>
          <a:p>
            <a:r>
              <a:rPr lang="es-ES_tradnl" sz="1400" dirty="0"/>
              <a:t>Nombre de Lambda</a:t>
            </a:r>
          </a:p>
        </p:txBody>
      </p:sp>
      <p:sp>
        <p:nvSpPr>
          <p:cNvPr id="20" name="TextBox 22">
            <a:extLst>
              <a:ext uri="{FF2B5EF4-FFF2-40B4-BE49-F238E27FC236}">
                <a16:creationId xmlns:a16="http://schemas.microsoft.com/office/drawing/2014/main" id="{CEEA7AF1-A1BE-AEAE-CAE3-1F70D9DB06BB}"/>
              </a:ext>
            </a:extLst>
          </p:cNvPr>
          <p:cNvSpPr txBox="1"/>
          <p:nvPr/>
        </p:nvSpPr>
        <p:spPr>
          <a:xfrm>
            <a:off x="1017280" y="5298372"/>
            <a:ext cx="143415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s-ES_tradnl" sz="1400" b="1" dirty="0" err="1"/>
              <a:t>Steps</a:t>
            </a:r>
            <a:endParaRPr lang="es-ES_tradnl" sz="1400" b="1" dirty="0"/>
          </a:p>
        </p:txBody>
      </p:sp>
      <p:sp>
        <p:nvSpPr>
          <p:cNvPr id="21" name="TextBox 23">
            <a:extLst>
              <a:ext uri="{FF2B5EF4-FFF2-40B4-BE49-F238E27FC236}">
                <a16:creationId xmlns:a16="http://schemas.microsoft.com/office/drawing/2014/main" id="{A631E305-85D0-7B12-5243-C8E031E2EDFB}"/>
              </a:ext>
            </a:extLst>
          </p:cNvPr>
          <p:cNvSpPr txBox="1"/>
          <p:nvPr/>
        </p:nvSpPr>
        <p:spPr>
          <a:xfrm>
            <a:off x="1114074" y="5619755"/>
            <a:ext cx="2423896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s-ES_tradnl" sz="1400" dirty="0"/>
              <a:t>Validar Ambiente</a:t>
            </a:r>
          </a:p>
          <a:p>
            <a:r>
              <a:rPr lang="es-ES_tradnl" sz="1400" dirty="0"/>
              <a:t>Validar Imagen Existente</a:t>
            </a:r>
          </a:p>
          <a:p>
            <a:r>
              <a:rPr lang="es-ES_tradnl" sz="1400" dirty="0" err="1"/>
              <a:t>Pull</a:t>
            </a:r>
            <a:r>
              <a:rPr lang="es-ES_tradnl" sz="1400" dirty="0"/>
              <a:t> de Imagen de Lambda</a:t>
            </a:r>
          </a:p>
          <a:p>
            <a:r>
              <a:rPr lang="es-ES_tradnl" sz="1400" dirty="0" err="1"/>
              <a:t>Push</a:t>
            </a:r>
            <a:r>
              <a:rPr lang="es-ES_tradnl" sz="1400" dirty="0"/>
              <a:t> de Imagen de Lambda</a:t>
            </a:r>
          </a:p>
          <a:p>
            <a:r>
              <a:rPr lang="es-ES_tradnl" sz="1400" dirty="0"/>
              <a:t>Update Lamba Imagen </a:t>
            </a:r>
            <a:r>
              <a:rPr lang="es-ES_tradnl" sz="1400" dirty="0" err="1"/>
              <a:t>Ref</a:t>
            </a:r>
            <a:endParaRPr lang="es-ES_tradnl" sz="1400" dirty="0"/>
          </a:p>
        </p:txBody>
      </p:sp>
      <p:pic>
        <p:nvPicPr>
          <p:cNvPr id="22" name="Picture 25">
            <a:extLst>
              <a:ext uri="{FF2B5EF4-FFF2-40B4-BE49-F238E27FC236}">
                <a16:creationId xmlns:a16="http://schemas.microsoft.com/office/drawing/2014/main" id="{43EEDF57-CF6B-046A-16BF-6D6366051CA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61584" y="2263104"/>
            <a:ext cx="3365613" cy="2038182"/>
          </a:xfrm>
          <a:prstGeom prst="rect">
            <a:avLst/>
          </a:prstGeom>
        </p:spPr>
      </p:pic>
      <p:pic>
        <p:nvPicPr>
          <p:cNvPr id="23" name="Picture 26">
            <a:extLst>
              <a:ext uri="{FF2B5EF4-FFF2-40B4-BE49-F238E27FC236}">
                <a16:creationId xmlns:a16="http://schemas.microsoft.com/office/drawing/2014/main" id="{5241FFC9-FCBA-5892-229D-ECF40AFD37C8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r="52469"/>
          <a:stretch/>
        </p:blipFill>
        <p:spPr>
          <a:xfrm>
            <a:off x="4061584" y="4535954"/>
            <a:ext cx="3256634" cy="1422838"/>
          </a:xfrm>
          <a:prstGeom prst="rect">
            <a:avLst/>
          </a:prstGeom>
        </p:spPr>
      </p:pic>
      <p:pic>
        <p:nvPicPr>
          <p:cNvPr id="24" name="Picture 27">
            <a:extLst>
              <a:ext uri="{FF2B5EF4-FFF2-40B4-BE49-F238E27FC236}">
                <a16:creationId xmlns:a16="http://schemas.microsoft.com/office/drawing/2014/main" id="{450AD0C5-6875-245A-1C57-A5CE87D6D3C6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48143" t="43326" r="4463" b="29918"/>
          <a:stretch/>
        </p:blipFill>
        <p:spPr>
          <a:xfrm>
            <a:off x="3861594" y="6404769"/>
            <a:ext cx="3683612" cy="431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5307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65F82-C51C-3510-5898-D373CC73E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3B1F117-A6FF-A769-90CF-8C4A717F631F}"/>
              </a:ext>
            </a:extLst>
          </p:cNvPr>
          <p:cNvSpPr/>
          <p:nvPr/>
        </p:nvSpPr>
        <p:spPr>
          <a:xfrm>
            <a:off x="11147005" y="116432"/>
            <a:ext cx="1388506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O" sz="1501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7CB90FC5-51BB-B067-8CDE-8CB565DE4C53}"/>
              </a:ext>
            </a:extLst>
          </p:cNvPr>
          <p:cNvGrpSpPr/>
          <p:nvPr/>
        </p:nvGrpSpPr>
        <p:grpSpPr>
          <a:xfrm>
            <a:off x="-62746" y="0"/>
            <a:ext cx="449045" cy="9028825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DDEBE39A-F678-17A8-5F9A-9EEDB248A1C4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3FD4C500-0DE4-641C-8E34-3712C6E6F409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 sz="1501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EE4BFD0F-EE9C-3C03-C70D-0CD204A3EBA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6" tIns="50806" rIns="50806" bIns="50806" rtlCol="0" anchor="ctr"/>
              <a:lstStyle/>
              <a:p>
                <a:pPr algn="ctr">
                  <a:lnSpc>
                    <a:spcPts val="2656"/>
                  </a:lnSpc>
                </a:pPr>
                <a:endParaRPr sz="1501"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E1B77ABF-7E03-1BD4-A39D-366DDB3F85C9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 sz="1501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A58FE7A6-34E7-230D-768F-63C78C5FEB30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 sz="1501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A54173DE-4F0B-47B9-BE49-0DD7E352DED4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04542F37-2345-37D8-6DBF-85877C9ED9BB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 sz="1501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42471E44-38EB-1FBF-1AE2-2C979991438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6" tIns="50806" rIns="50806" bIns="50806" rtlCol="0" anchor="ctr"/>
              <a:lstStyle/>
              <a:p>
                <a:pPr algn="ctr">
                  <a:lnSpc>
                    <a:spcPts val="2656"/>
                  </a:lnSpc>
                </a:pPr>
                <a:endParaRPr sz="1501"/>
              </a:p>
            </p:txBody>
          </p:sp>
        </p:grpSp>
      </p:grpSp>
      <p:sp>
        <p:nvSpPr>
          <p:cNvPr id="9632" name="2. Slide Title">
            <a:extLst>
              <a:ext uri="{FF2B5EF4-FFF2-40B4-BE49-F238E27FC236}">
                <a16:creationId xmlns:a16="http://schemas.microsoft.com/office/drawing/2014/main" id="{A95F3F48-5ED7-FDEC-306D-D3D9BA1791E3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758730" y="557761"/>
            <a:ext cx="11082528" cy="5847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anchor="b" anchorCtr="0">
            <a:spAutoFit/>
          </a:bodyPr>
          <a:lstStyle>
            <a:lvl1pPr algn="ctr" defTabSz="914394" rtl="0" eaLnBrk="1" latinLnBrk="0" hangingPunct="1">
              <a:spcBef>
                <a:spcPct val="0"/>
              </a:spcBef>
              <a:buNone/>
              <a:defRPr sz="439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sz="3200" dirty="0" err="1"/>
              <a:t>Github</a:t>
            </a:r>
            <a:r>
              <a:rPr lang="es-ES_tradnl" sz="3200" dirty="0"/>
              <a:t> </a:t>
            </a:r>
            <a:r>
              <a:rPr lang="es-ES_tradnl" sz="3200" dirty="0" err="1"/>
              <a:t>Workflows</a:t>
            </a:r>
            <a:r>
              <a:rPr lang="es-ES_tradnl" sz="3200" dirty="0"/>
              <a:t>:  PR</a:t>
            </a:r>
            <a:endParaRPr lang="en-US" sz="3196" b="1" dirty="0">
              <a:latin typeface="Poppins 1 Bold" panose="020B0604020202020204" charset="0"/>
              <a:ea typeface="+mn-ea"/>
              <a:cs typeface="Poppins 1 Bold" panose="020B0604020202020204" charset="0"/>
            </a:endParaRPr>
          </a:p>
        </p:txBody>
      </p:sp>
      <p:sp>
        <p:nvSpPr>
          <p:cNvPr id="25" name="Rectangle 6">
            <a:extLst>
              <a:ext uri="{FF2B5EF4-FFF2-40B4-BE49-F238E27FC236}">
                <a16:creationId xmlns:a16="http://schemas.microsoft.com/office/drawing/2014/main" id="{FF697A85-17CD-D492-A793-289338A12A98}"/>
              </a:ext>
            </a:extLst>
          </p:cNvPr>
          <p:cNvSpPr/>
          <p:nvPr/>
        </p:nvSpPr>
        <p:spPr>
          <a:xfrm>
            <a:off x="758730" y="2289969"/>
            <a:ext cx="2854843" cy="4910719"/>
          </a:xfrm>
          <a:prstGeom prst="rect">
            <a:avLst/>
          </a:prstGeom>
          <a:noFill/>
          <a:ln w="38100" cap="sq">
            <a:solidFill>
              <a:schemeClr val="accent3"/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s-ES_tradnl" sz="1600" dirty="0" err="1">
              <a:solidFill>
                <a:schemeClr val="bg1"/>
              </a:solidFill>
            </a:endParaRPr>
          </a:p>
        </p:txBody>
      </p:sp>
      <p:sp>
        <p:nvSpPr>
          <p:cNvPr id="26" name="TextBox 7">
            <a:extLst>
              <a:ext uri="{FF2B5EF4-FFF2-40B4-BE49-F238E27FC236}">
                <a16:creationId xmlns:a16="http://schemas.microsoft.com/office/drawing/2014/main" id="{42F61B76-F25A-F714-BF41-913D6AF12541}"/>
              </a:ext>
            </a:extLst>
          </p:cNvPr>
          <p:cNvSpPr txBox="1"/>
          <p:nvPr/>
        </p:nvSpPr>
        <p:spPr>
          <a:xfrm>
            <a:off x="940079" y="2465640"/>
            <a:ext cx="2423896" cy="5078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s-ES_tradnl" sz="1400" b="1" dirty="0"/>
              <a:t>Jamar </a:t>
            </a:r>
            <a:r>
              <a:rPr lang="es-ES_tradnl" sz="1400" b="1" dirty="0" err="1"/>
              <a:t>Repository</a:t>
            </a:r>
            <a:endParaRPr lang="es-ES_tradnl" sz="1400" b="1" dirty="0"/>
          </a:p>
          <a:p>
            <a:r>
              <a:rPr lang="es-ES_tradnl" sz="1400" b="1" dirty="0"/>
              <a:t>Git Hub </a:t>
            </a:r>
            <a:r>
              <a:rPr lang="es-ES_tradnl" sz="1400" b="1" dirty="0" err="1"/>
              <a:t>Action</a:t>
            </a:r>
            <a:r>
              <a:rPr lang="es-ES_tradnl" sz="1400" b="1" dirty="0"/>
              <a:t> Templates</a:t>
            </a:r>
          </a:p>
        </p:txBody>
      </p:sp>
      <p:pic>
        <p:nvPicPr>
          <p:cNvPr id="27" name="Picture 8" descr="GitHub Actions 101 - PISQUARE">
            <a:extLst>
              <a:ext uri="{FF2B5EF4-FFF2-40B4-BE49-F238E27FC236}">
                <a16:creationId xmlns:a16="http://schemas.microsoft.com/office/drawing/2014/main" id="{E3719885-23B6-DBCD-A99F-8D1FB604F8D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20" r="21906"/>
          <a:stretch/>
        </p:blipFill>
        <p:spPr bwMode="auto">
          <a:xfrm>
            <a:off x="940079" y="3307918"/>
            <a:ext cx="632521" cy="535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TextBox 10">
            <a:extLst>
              <a:ext uri="{FF2B5EF4-FFF2-40B4-BE49-F238E27FC236}">
                <a16:creationId xmlns:a16="http://schemas.microsoft.com/office/drawing/2014/main" id="{AED52874-FFAB-68B9-856E-A93D0F597622}"/>
              </a:ext>
            </a:extLst>
          </p:cNvPr>
          <p:cNvSpPr txBox="1"/>
          <p:nvPr/>
        </p:nvSpPr>
        <p:spPr>
          <a:xfrm>
            <a:off x="1036874" y="5651000"/>
            <a:ext cx="143415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s-ES_tradnl" sz="1400" b="1" dirty="0" err="1"/>
              <a:t>Steps</a:t>
            </a:r>
            <a:endParaRPr lang="es-ES_tradnl" sz="1400" b="1" dirty="0"/>
          </a:p>
        </p:txBody>
      </p:sp>
      <p:sp>
        <p:nvSpPr>
          <p:cNvPr id="29" name="TextBox 12">
            <a:extLst>
              <a:ext uri="{FF2B5EF4-FFF2-40B4-BE49-F238E27FC236}">
                <a16:creationId xmlns:a16="http://schemas.microsoft.com/office/drawing/2014/main" id="{890AACA3-564E-B812-AFFA-0527924841EE}"/>
              </a:ext>
            </a:extLst>
          </p:cNvPr>
          <p:cNvSpPr txBox="1"/>
          <p:nvPr/>
        </p:nvSpPr>
        <p:spPr>
          <a:xfrm>
            <a:off x="1259076" y="6024229"/>
            <a:ext cx="2423896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s-ES_tradnl" sz="1400" dirty="0"/>
              <a:t>Validaciones </a:t>
            </a:r>
            <a:r>
              <a:rPr lang="es-ES_tradnl" sz="1400" dirty="0" err="1"/>
              <a:t>Ruff</a:t>
            </a:r>
            <a:r>
              <a:rPr lang="es-ES_tradnl" sz="1400" dirty="0"/>
              <a:t> </a:t>
            </a:r>
            <a:r>
              <a:rPr lang="es-ES_tradnl" sz="1400" dirty="0" err="1"/>
              <a:t>Linter</a:t>
            </a:r>
            <a:endParaRPr lang="es-ES_tradnl" sz="1400" dirty="0"/>
          </a:p>
        </p:txBody>
      </p:sp>
      <p:pic>
        <p:nvPicPr>
          <p:cNvPr id="30" name="Picture 13" descr="GitHub Actions 101 - PISQUARE">
            <a:extLst>
              <a:ext uri="{FF2B5EF4-FFF2-40B4-BE49-F238E27FC236}">
                <a16:creationId xmlns:a16="http://schemas.microsoft.com/office/drawing/2014/main" id="{18F967E3-7DB1-D900-06F4-C98B515786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20" r="21906"/>
          <a:stretch/>
        </p:blipFill>
        <p:spPr bwMode="auto">
          <a:xfrm>
            <a:off x="940079" y="4893196"/>
            <a:ext cx="632521" cy="535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TextBox 15">
            <a:extLst>
              <a:ext uri="{FF2B5EF4-FFF2-40B4-BE49-F238E27FC236}">
                <a16:creationId xmlns:a16="http://schemas.microsoft.com/office/drawing/2014/main" id="{65D028EB-F07C-936D-F1B1-A97FF25DB53D}"/>
              </a:ext>
            </a:extLst>
          </p:cNvPr>
          <p:cNvSpPr txBox="1"/>
          <p:nvPr/>
        </p:nvSpPr>
        <p:spPr>
          <a:xfrm>
            <a:off x="1753949" y="5082086"/>
            <a:ext cx="143415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s-ES_tradnl" sz="1400" b="1" dirty="0" err="1"/>
              <a:t>Code</a:t>
            </a:r>
            <a:r>
              <a:rPr lang="es-ES_tradnl" sz="1400" b="1" dirty="0"/>
              <a:t> Quality</a:t>
            </a:r>
          </a:p>
        </p:txBody>
      </p:sp>
      <p:sp>
        <p:nvSpPr>
          <p:cNvPr id="9633" name="TextBox 16">
            <a:extLst>
              <a:ext uri="{FF2B5EF4-FFF2-40B4-BE49-F238E27FC236}">
                <a16:creationId xmlns:a16="http://schemas.microsoft.com/office/drawing/2014/main" id="{316FE0FC-06CF-86B4-8CAF-72D7A95D6B57}"/>
              </a:ext>
            </a:extLst>
          </p:cNvPr>
          <p:cNvSpPr txBox="1"/>
          <p:nvPr/>
        </p:nvSpPr>
        <p:spPr>
          <a:xfrm>
            <a:off x="1572600" y="3446710"/>
            <a:ext cx="143415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s-ES_tradnl" sz="1400" b="1" dirty="0"/>
              <a:t>PR </a:t>
            </a:r>
            <a:r>
              <a:rPr lang="es-ES_tradnl" sz="1400" b="1" dirty="0" err="1"/>
              <a:t>Validation</a:t>
            </a:r>
            <a:endParaRPr lang="es-ES_tradnl" sz="1400" b="1" dirty="0"/>
          </a:p>
        </p:txBody>
      </p:sp>
      <p:sp>
        <p:nvSpPr>
          <p:cNvPr id="9634" name="TextBox 17">
            <a:extLst>
              <a:ext uri="{FF2B5EF4-FFF2-40B4-BE49-F238E27FC236}">
                <a16:creationId xmlns:a16="http://schemas.microsoft.com/office/drawing/2014/main" id="{0FEC0290-A12C-243C-FEE6-F91AD4A2BAC3}"/>
              </a:ext>
            </a:extLst>
          </p:cNvPr>
          <p:cNvSpPr txBox="1"/>
          <p:nvPr/>
        </p:nvSpPr>
        <p:spPr>
          <a:xfrm>
            <a:off x="1036874" y="3975416"/>
            <a:ext cx="143415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s-ES_tradnl" sz="1400" b="1" dirty="0" err="1"/>
              <a:t>Steps</a:t>
            </a:r>
            <a:endParaRPr lang="es-ES_tradnl" sz="1400" b="1" dirty="0"/>
          </a:p>
        </p:txBody>
      </p:sp>
      <p:sp>
        <p:nvSpPr>
          <p:cNvPr id="9635" name="TextBox 18">
            <a:extLst>
              <a:ext uri="{FF2B5EF4-FFF2-40B4-BE49-F238E27FC236}">
                <a16:creationId xmlns:a16="http://schemas.microsoft.com/office/drawing/2014/main" id="{D37ED24E-74DE-CAE7-C697-A42E414FFE33}"/>
              </a:ext>
            </a:extLst>
          </p:cNvPr>
          <p:cNvSpPr txBox="1"/>
          <p:nvPr/>
        </p:nvSpPr>
        <p:spPr>
          <a:xfrm>
            <a:off x="1256339" y="4324282"/>
            <a:ext cx="2423896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s-ES_tradnl" sz="1400" dirty="0"/>
              <a:t>Validaciones de título</a:t>
            </a:r>
          </a:p>
        </p:txBody>
      </p:sp>
      <p:sp>
        <p:nvSpPr>
          <p:cNvPr id="9636" name="TextBox 19">
            <a:extLst>
              <a:ext uri="{FF2B5EF4-FFF2-40B4-BE49-F238E27FC236}">
                <a16:creationId xmlns:a16="http://schemas.microsoft.com/office/drawing/2014/main" id="{5E0884DB-0828-D192-F74C-0019173804F5}"/>
              </a:ext>
            </a:extLst>
          </p:cNvPr>
          <p:cNvSpPr txBox="1"/>
          <p:nvPr/>
        </p:nvSpPr>
        <p:spPr>
          <a:xfrm>
            <a:off x="1256339" y="4598860"/>
            <a:ext cx="2423896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s-ES_tradnl" sz="1400" dirty="0"/>
              <a:t>Validaciones de </a:t>
            </a:r>
            <a:r>
              <a:rPr lang="es-ES_tradnl" sz="1400" dirty="0" err="1"/>
              <a:t>checklist</a:t>
            </a:r>
            <a:endParaRPr lang="es-ES_tradnl" sz="1400" dirty="0"/>
          </a:p>
        </p:txBody>
      </p:sp>
      <p:cxnSp>
        <p:nvCxnSpPr>
          <p:cNvPr id="9637" name="LineBasicDefault 14">
            <a:extLst>
              <a:ext uri="{FF2B5EF4-FFF2-40B4-BE49-F238E27FC236}">
                <a16:creationId xmlns:a16="http://schemas.microsoft.com/office/drawing/2014/main" id="{3848D425-B59A-21E2-03BD-81B2765B639E}"/>
              </a:ext>
            </a:extLst>
          </p:cNvPr>
          <p:cNvCxnSpPr>
            <a:cxnSpLocks/>
          </p:cNvCxnSpPr>
          <p:nvPr>
            <p:custDataLst>
              <p:tags r:id="rId2"/>
            </p:custDataLst>
          </p:nvPr>
        </p:nvCxnSpPr>
        <p:spPr>
          <a:xfrm flipV="1">
            <a:off x="7586014" y="4324282"/>
            <a:ext cx="0" cy="2801802"/>
          </a:xfrm>
          <a:prstGeom prst="straightConnector1">
            <a:avLst/>
          </a:prstGeom>
          <a:ln w="6350" cap="flat">
            <a:solidFill>
              <a:srgbClr val="7F7F7F"/>
            </a:solidFill>
            <a:prstDash val="solid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38" name="TextBox 21">
            <a:extLst>
              <a:ext uri="{FF2B5EF4-FFF2-40B4-BE49-F238E27FC236}">
                <a16:creationId xmlns:a16="http://schemas.microsoft.com/office/drawing/2014/main" id="{6C336621-D790-E539-1845-85719720D274}"/>
              </a:ext>
            </a:extLst>
          </p:cNvPr>
          <p:cNvSpPr txBox="1"/>
          <p:nvPr/>
        </p:nvSpPr>
        <p:spPr>
          <a:xfrm>
            <a:off x="7871152" y="4539726"/>
            <a:ext cx="4030519" cy="25468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s-ES_tradnl" sz="1800" b="1" dirty="0"/>
              <a:t>Recomendaciones</a:t>
            </a:r>
          </a:p>
          <a:p>
            <a:pPr>
              <a:buNone/>
            </a:pPr>
            <a:endParaRPr lang="es-ES_tradnl" sz="1800" b="1" dirty="0"/>
          </a:p>
          <a:p>
            <a:pPr lvl="1"/>
            <a:r>
              <a:rPr lang="es-ES_tradnl" dirty="0"/>
              <a:t>Validar reglas de </a:t>
            </a:r>
            <a:r>
              <a:rPr lang="es-ES_tradnl" dirty="0" err="1"/>
              <a:t>merge</a:t>
            </a:r>
            <a:r>
              <a:rPr lang="es-ES_tradnl" dirty="0"/>
              <a:t> en </a:t>
            </a:r>
            <a:r>
              <a:rPr lang="es-ES_tradnl" dirty="0" err="1"/>
              <a:t>workflows</a:t>
            </a:r>
            <a:r>
              <a:rPr lang="es-ES_tradnl" dirty="0"/>
              <a:t>.</a:t>
            </a:r>
          </a:p>
          <a:p>
            <a:pPr lvl="1"/>
            <a:r>
              <a:rPr lang="es-ES_tradnl" dirty="0"/>
              <a:t>Extender el uso de  </a:t>
            </a:r>
            <a:r>
              <a:rPr lang="es-ES_tradnl" dirty="0" err="1"/>
              <a:t>Quality</a:t>
            </a:r>
            <a:r>
              <a:rPr lang="es-ES_tradnl" dirty="0"/>
              <a:t> </a:t>
            </a:r>
            <a:r>
              <a:rPr lang="es-ES_tradnl" dirty="0" err="1"/>
              <a:t>Workflows</a:t>
            </a:r>
            <a:r>
              <a:rPr lang="es-ES_tradnl" dirty="0"/>
              <a:t>.</a:t>
            </a:r>
          </a:p>
          <a:p>
            <a:pPr lvl="1"/>
            <a:r>
              <a:rPr lang="es-ES_tradnl" dirty="0"/>
              <a:t>Integrar Sonar Cloud a Quality </a:t>
            </a:r>
            <a:r>
              <a:rPr lang="es-ES_tradnl" dirty="0" err="1"/>
              <a:t>Workflows</a:t>
            </a:r>
            <a:r>
              <a:rPr lang="es-ES_tradnl" dirty="0"/>
              <a:t>.</a:t>
            </a:r>
          </a:p>
          <a:p>
            <a:pPr lvl="1"/>
            <a:r>
              <a:rPr lang="es-ES_tradnl" dirty="0"/>
              <a:t>Integrar herramientas de seguridad </a:t>
            </a:r>
            <a:r>
              <a:rPr lang="es-ES_tradnl" dirty="0" err="1"/>
              <a:t>Trivy</a:t>
            </a:r>
            <a:r>
              <a:rPr lang="es-ES_tradnl" dirty="0"/>
              <a:t> (análisis de dependencias)</a:t>
            </a:r>
          </a:p>
          <a:p>
            <a:pPr lvl="1"/>
            <a:r>
              <a:rPr lang="es-ES_tradnl" dirty="0"/>
              <a:t>Migrar a un manejo de ramas </a:t>
            </a:r>
            <a:r>
              <a:rPr lang="es-ES_tradnl" dirty="0" err="1"/>
              <a:t>Trunk</a:t>
            </a:r>
            <a:r>
              <a:rPr lang="es-ES_tradnl" dirty="0"/>
              <a:t> </a:t>
            </a:r>
            <a:r>
              <a:rPr lang="es-ES_tradnl" dirty="0" err="1"/>
              <a:t>based</a:t>
            </a:r>
            <a:r>
              <a:rPr lang="es-ES_tradnl" dirty="0"/>
              <a:t> + </a:t>
            </a:r>
            <a:r>
              <a:rPr lang="es-ES_tradnl" dirty="0" err="1"/>
              <a:t>feature</a:t>
            </a:r>
            <a:r>
              <a:rPr lang="es-ES_tradnl" dirty="0"/>
              <a:t> Branch.</a:t>
            </a:r>
          </a:p>
        </p:txBody>
      </p:sp>
      <p:pic>
        <p:nvPicPr>
          <p:cNvPr id="9641" name="Picture 26">
            <a:extLst>
              <a:ext uri="{FF2B5EF4-FFF2-40B4-BE49-F238E27FC236}">
                <a16:creationId xmlns:a16="http://schemas.microsoft.com/office/drawing/2014/main" id="{AD56F8AC-CEAC-7EAE-8ADB-C2BB7B2126E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80607" y="2394553"/>
            <a:ext cx="4171945" cy="1659569"/>
          </a:xfrm>
          <a:prstGeom prst="rect">
            <a:avLst/>
          </a:prstGeom>
        </p:spPr>
      </p:pic>
      <p:pic>
        <p:nvPicPr>
          <p:cNvPr id="1026" name="Picture 2" descr="Submitting a pull request to LoopBack 4 | LoopBack Documentation">
            <a:extLst>
              <a:ext uri="{FF2B5EF4-FFF2-40B4-BE49-F238E27FC236}">
                <a16:creationId xmlns:a16="http://schemas.microsoft.com/office/drawing/2014/main" id="{CBED3436-3E36-E8FD-FDE0-0EC287E9C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7440" y="2394553"/>
            <a:ext cx="3008689" cy="1856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642" name="CuadroTexto 9641">
            <a:extLst>
              <a:ext uri="{FF2B5EF4-FFF2-40B4-BE49-F238E27FC236}">
                <a16:creationId xmlns:a16="http://schemas.microsoft.com/office/drawing/2014/main" id="{5331190C-4870-4756-037A-D6C2C4618F76}"/>
              </a:ext>
            </a:extLst>
          </p:cNvPr>
          <p:cNvSpPr txBox="1"/>
          <p:nvPr/>
        </p:nvSpPr>
        <p:spPr>
          <a:xfrm>
            <a:off x="4520865" y="5662404"/>
            <a:ext cx="2224520" cy="3014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dirty="0">
                <a:solidFill>
                  <a:srgbClr val="FF0000"/>
                </a:solidFill>
              </a:rPr>
              <a:t>Pendiente Nombrar </a:t>
            </a:r>
            <a:r>
              <a:rPr lang="es-CO" dirty="0" err="1">
                <a:solidFill>
                  <a:srgbClr val="FF0000"/>
                </a:solidFill>
              </a:rPr>
              <a:t>commits</a:t>
            </a:r>
            <a:endParaRPr lang="es-CO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37190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1FD07-C356-335F-E3F0-B4E14F1CE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6881627-ECF7-0973-C4DF-E62AD5AA389B}"/>
              </a:ext>
            </a:extLst>
          </p:cNvPr>
          <p:cNvSpPr/>
          <p:nvPr/>
        </p:nvSpPr>
        <p:spPr>
          <a:xfrm>
            <a:off x="11140242" y="137843"/>
            <a:ext cx="1388506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CO" sz="1501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678B8BFB-1832-86A3-6CBD-CB5D604335A0}"/>
              </a:ext>
            </a:extLst>
          </p:cNvPr>
          <p:cNvGrpSpPr/>
          <p:nvPr/>
        </p:nvGrpSpPr>
        <p:grpSpPr>
          <a:xfrm>
            <a:off x="-62746" y="0"/>
            <a:ext cx="449045" cy="9028825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A3691D78-F1FC-530D-9DA3-35E57221B084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DBCF9C25-511B-33B5-1009-C55518FE320D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 sz="1501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61C05FF7-B516-BAE7-B497-E35D5404F95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6" tIns="50806" rIns="50806" bIns="50806" rtlCol="0" anchor="ctr"/>
              <a:lstStyle/>
              <a:p>
                <a:pPr algn="ctr">
                  <a:lnSpc>
                    <a:spcPts val="2656"/>
                  </a:lnSpc>
                </a:pPr>
                <a:endParaRPr sz="1501"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457FEAB9-8AFD-334F-60A9-DEB58818DF9D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 sz="1501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BA4F2F91-02DC-02AC-8131-8B1006FCAC16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 sz="1501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97B62236-7ED2-6E57-638A-9B09AAA6AF2D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AB4254AB-6084-67DF-198B-78E75729859F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 sz="1501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A126F88D-AE4A-683A-7323-62E1DD4EB91B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6" tIns="50806" rIns="50806" bIns="50806" rtlCol="0" anchor="ctr"/>
              <a:lstStyle/>
              <a:p>
                <a:pPr algn="ctr">
                  <a:lnSpc>
                    <a:spcPts val="2656"/>
                  </a:lnSpc>
                </a:pPr>
                <a:endParaRPr sz="1501"/>
              </a:p>
            </p:txBody>
          </p:sp>
        </p:grp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B6CB9CDB-7BC9-685B-E6B4-092ABF4AEAE0}"/>
              </a:ext>
            </a:extLst>
          </p:cNvPr>
          <p:cNvSpPr txBox="1">
            <a:spLocks/>
          </p:cNvSpPr>
          <p:nvPr/>
        </p:nvSpPr>
        <p:spPr>
          <a:xfrm>
            <a:off x="758730" y="1146969"/>
            <a:ext cx="11082528" cy="731520"/>
          </a:xfrm>
          <a:prstGeom prst="rect">
            <a:avLst/>
          </a:prstGeom>
        </p:spPr>
        <p:txBody>
          <a:bodyPr vert="horz"/>
          <a:lstStyle>
            <a:lvl1pPr algn="ctr" defTabSz="914394" rtl="0" eaLnBrk="1" latinLnBrk="0" hangingPunct="1">
              <a:spcBef>
                <a:spcPct val="0"/>
              </a:spcBef>
              <a:buNone/>
              <a:defRPr sz="439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/>
              <a:t>Ciclo de Despliegue</a:t>
            </a:r>
            <a:endParaRPr lang="es-ES_tradnl" dirty="0"/>
          </a:p>
        </p:txBody>
      </p:sp>
      <p:sp>
        <p:nvSpPr>
          <p:cNvPr id="13" name="Rectangle 14">
            <a:extLst>
              <a:ext uri="{FF2B5EF4-FFF2-40B4-BE49-F238E27FC236}">
                <a16:creationId xmlns:a16="http://schemas.microsoft.com/office/drawing/2014/main" id="{2B6EBA6F-F5ED-7DA1-6CB8-748BCDEE761F}"/>
              </a:ext>
            </a:extLst>
          </p:cNvPr>
          <p:cNvSpPr/>
          <p:nvPr/>
        </p:nvSpPr>
        <p:spPr>
          <a:xfrm>
            <a:off x="2028569" y="2562397"/>
            <a:ext cx="2656114" cy="491296"/>
          </a:xfrm>
          <a:prstGeom prst="rect">
            <a:avLst/>
          </a:prstGeom>
          <a:solidFill>
            <a:srgbClr val="EE1720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s-ES_tradnl" sz="1600" b="1" dirty="0">
                <a:solidFill>
                  <a:schemeClr val="bg1"/>
                </a:solidFill>
              </a:rPr>
              <a:t>Desarrollo</a:t>
            </a:r>
          </a:p>
        </p:txBody>
      </p:sp>
      <p:sp>
        <p:nvSpPr>
          <p:cNvPr id="14" name="Rectangle 15">
            <a:extLst>
              <a:ext uri="{FF2B5EF4-FFF2-40B4-BE49-F238E27FC236}">
                <a16:creationId xmlns:a16="http://schemas.microsoft.com/office/drawing/2014/main" id="{2914C1F6-6FB7-49D1-9474-0EDE0FA9C99D}"/>
              </a:ext>
            </a:extLst>
          </p:cNvPr>
          <p:cNvSpPr/>
          <p:nvPr/>
        </p:nvSpPr>
        <p:spPr>
          <a:xfrm>
            <a:off x="5606856" y="2562397"/>
            <a:ext cx="2656114" cy="491296"/>
          </a:xfrm>
          <a:prstGeom prst="rect">
            <a:avLst/>
          </a:prstGeom>
          <a:solidFill>
            <a:srgbClr val="EE1720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s-ES_tradnl" sz="1600" b="1" dirty="0">
                <a:solidFill>
                  <a:schemeClr val="bg1"/>
                </a:solidFill>
              </a:rPr>
              <a:t>QA</a:t>
            </a:r>
          </a:p>
        </p:txBody>
      </p:sp>
      <p:sp>
        <p:nvSpPr>
          <p:cNvPr id="15" name="Rectangle 16">
            <a:extLst>
              <a:ext uri="{FF2B5EF4-FFF2-40B4-BE49-F238E27FC236}">
                <a16:creationId xmlns:a16="http://schemas.microsoft.com/office/drawing/2014/main" id="{BE690597-2FF1-85E2-92A7-ABF91E199C90}"/>
              </a:ext>
            </a:extLst>
          </p:cNvPr>
          <p:cNvSpPr/>
          <p:nvPr/>
        </p:nvSpPr>
        <p:spPr>
          <a:xfrm>
            <a:off x="9185144" y="2539578"/>
            <a:ext cx="2656114" cy="491296"/>
          </a:xfrm>
          <a:prstGeom prst="rect">
            <a:avLst/>
          </a:prstGeom>
          <a:solidFill>
            <a:srgbClr val="EE1720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s-ES_tradnl" sz="1600" b="1" dirty="0">
                <a:solidFill>
                  <a:schemeClr val="bg1"/>
                </a:solidFill>
              </a:rPr>
              <a:t>Producción</a:t>
            </a:r>
          </a:p>
        </p:txBody>
      </p:sp>
      <p:cxnSp>
        <p:nvCxnSpPr>
          <p:cNvPr id="16" name="LineBasicDefault 14">
            <a:extLst>
              <a:ext uri="{FF2B5EF4-FFF2-40B4-BE49-F238E27FC236}">
                <a16:creationId xmlns:a16="http://schemas.microsoft.com/office/drawing/2014/main" id="{F4991283-2157-2984-EF72-65E6B83A9EBD}"/>
              </a:ext>
            </a:extLst>
          </p:cNvPr>
          <p:cNvCxnSpPr>
            <a:cxnSpLocks/>
          </p:cNvCxnSpPr>
          <p:nvPr>
            <p:custDataLst>
              <p:tags r:id="rId1"/>
            </p:custDataLst>
          </p:nvPr>
        </p:nvCxnSpPr>
        <p:spPr>
          <a:xfrm flipV="1">
            <a:off x="5131770" y="3313000"/>
            <a:ext cx="0" cy="3857840"/>
          </a:xfrm>
          <a:prstGeom prst="straightConnector1">
            <a:avLst/>
          </a:prstGeom>
          <a:ln w="6350" cap="flat">
            <a:solidFill>
              <a:srgbClr val="7F7F7F"/>
            </a:solidFill>
            <a:prstDash val="solid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LineBasicDefault 14">
            <a:extLst>
              <a:ext uri="{FF2B5EF4-FFF2-40B4-BE49-F238E27FC236}">
                <a16:creationId xmlns:a16="http://schemas.microsoft.com/office/drawing/2014/main" id="{DA12EF24-2D4D-1291-23DF-74B6278C61E1}"/>
              </a:ext>
            </a:extLst>
          </p:cNvPr>
          <p:cNvCxnSpPr>
            <a:cxnSpLocks/>
          </p:cNvCxnSpPr>
          <p:nvPr>
            <p:custDataLst>
              <p:tags r:id="rId2"/>
            </p:custDataLst>
          </p:nvPr>
        </p:nvCxnSpPr>
        <p:spPr>
          <a:xfrm flipV="1">
            <a:off x="8750701" y="3313000"/>
            <a:ext cx="0" cy="3857840"/>
          </a:xfrm>
          <a:prstGeom prst="straightConnector1">
            <a:avLst/>
          </a:prstGeom>
          <a:ln w="6350" cap="flat">
            <a:solidFill>
              <a:srgbClr val="7F7F7F"/>
            </a:solidFill>
            <a:prstDash val="solid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21">
            <a:extLst>
              <a:ext uri="{FF2B5EF4-FFF2-40B4-BE49-F238E27FC236}">
                <a16:creationId xmlns:a16="http://schemas.microsoft.com/office/drawing/2014/main" id="{4B794001-D93E-AB55-9735-D1E648230C55}"/>
              </a:ext>
            </a:extLst>
          </p:cNvPr>
          <p:cNvSpPr txBox="1"/>
          <p:nvPr/>
        </p:nvSpPr>
        <p:spPr>
          <a:xfrm>
            <a:off x="758729" y="3509379"/>
            <a:ext cx="242389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s-ES_tradnl" b="1" dirty="0"/>
              <a:t>Branch</a:t>
            </a:r>
          </a:p>
        </p:txBody>
      </p:sp>
      <p:sp>
        <p:nvSpPr>
          <p:cNvPr id="19" name="TextBox 22">
            <a:extLst>
              <a:ext uri="{FF2B5EF4-FFF2-40B4-BE49-F238E27FC236}">
                <a16:creationId xmlns:a16="http://schemas.microsoft.com/office/drawing/2014/main" id="{F265AF87-214A-6770-F580-9124D181485E}"/>
              </a:ext>
            </a:extLst>
          </p:cNvPr>
          <p:cNvSpPr txBox="1"/>
          <p:nvPr/>
        </p:nvSpPr>
        <p:spPr>
          <a:xfrm>
            <a:off x="758729" y="4526110"/>
            <a:ext cx="242389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s-ES_tradnl" b="1" dirty="0"/>
              <a:t>Actividades</a:t>
            </a:r>
          </a:p>
        </p:txBody>
      </p:sp>
      <p:sp>
        <p:nvSpPr>
          <p:cNvPr id="20" name="TextBox 23">
            <a:extLst>
              <a:ext uri="{FF2B5EF4-FFF2-40B4-BE49-F238E27FC236}">
                <a16:creationId xmlns:a16="http://schemas.microsoft.com/office/drawing/2014/main" id="{97BED07A-189F-7172-763E-7DA14ED6BB0C}"/>
              </a:ext>
            </a:extLst>
          </p:cNvPr>
          <p:cNvSpPr txBox="1"/>
          <p:nvPr/>
        </p:nvSpPr>
        <p:spPr>
          <a:xfrm>
            <a:off x="758729" y="6162228"/>
            <a:ext cx="1155307" cy="8156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s-ES_tradnl" b="1" dirty="0"/>
              <a:t>Necesario siguiente</a:t>
            </a:r>
          </a:p>
          <a:p>
            <a:r>
              <a:rPr lang="es-ES_tradnl" b="1" dirty="0"/>
              <a:t>ambiente </a:t>
            </a:r>
          </a:p>
        </p:txBody>
      </p:sp>
      <p:cxnSp>
        <p:nvCxnSpPr>
          <p:cNvPr id="21" name="LineBasicDefault 14">
            <a:extLst>
              <a:ext uri="{FF2B5EF4-FFF2-40B4-BE49-F238E27FC236}">
                <a16:creationId xmlns:a16="http://schemas.microsoft.com/office/drawing/2014/main" id="{B5541F13-910F-1F65-A1D1-4BDF2E91E96C}"/>
              </a:ext>
            </a:extLst>
          </p:cNvPr>
          <p:cNvCxnSpPr>
            <a:cxnSpLocks/>
          </p:cNvCxnSpPr>
          <p:nvPr>
            <p:custDataLst>
              <p:tags r:id="rId3"/>
            </p:custDataLst>
          </p:nvPr>
        </p:nvCxnSpPr>
        <p:spPr>
          <a:xfrm flipH="1">
            <a:off x="2028569" y="4011802"/>
            <a:ext cx="9805926" cy="0"/>
          </a:xfrm>
          <a:prstGeom prst="straightConnector1">
            <a:avLst/>
          </a:prstGeom>
          <a:ln w="6350" cap="flat">
            <a:solidFill>
              <a:srgbClr val="7F7F7F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8">
            <a:extLst>
              <a:ext uri="{FF2B5EF4-FFF2-40B4-BE49-F238E27FC236}">
                <a16:creationId xmlns:a16="http://schemas.microsoft.com/office/drawing/2014/main" id="{491B3F04-DE4D-6109-0044-059E71B42922}"/>
              </a:ext>
            </a:extLst>
          </p:cNvPr>
          <p:cNvSpPr txBox="1"/>
          <p:nvPr/>
        </p:nvSpPr>
        <p:spPr>
          <a:xfrm>
            <a:off x="2605357" y="3509379"/>
            <a:ext cx="1502538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/>
            <a:r>
              <a:rPr lang="es-ES_tradnl" dirty="0" err="1"/>
              <a:t>feature</a:t>
            </a:r>
            <a:r>
              <a:rPr lang="es-ES_tradnl" dirty="0"/>
              <a:t> </a:t>
            </a:r>
            <a:r>
              <a:rPr lang="es-ES_tradnl" dirty="0" err="1"/>
              <a:t>branch</a:t>
            </a:r>
            <a:endParaRPr lang="es-ES_tradnl" dirty="0"/>
          </a:p>
        </p:txBody>
      </p:sp>
      <p:sp>
        <p:nvSpPr>
          <p:cNvPr id="23" name="TextBox 29">
            <a:extLst>
              <a:ext uri="{FF2B5EF4-FFF2-40B4-BE49-F238E27FC236}">
                <a16:creationId xmlns:a16="http://schemas.microsoft.com/office/drawing/2014/main" id="{A178FE13-5486-0745-B989-524A85276F75}"/>
              </a:ext>
            </a:extLst>
          </p:cNvPr>
          <p:cNvSpPr txBox="1"/>
          <p:nvPr/>
        </p:nvSpPr>
        <p:spPr>
          <a:xfrm>
            <a:off x="6189967" y="3509379"/>
            <a:ext cx="1502538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/>
            <a:r>
              <a:rPr lang="es-ES_tradnl" dirty="0" err="1"/>
              <a:t>main</a:t>
            </a:r>
            <a:endParaRPr lang="es-ES_tradnl" dirty="0"/>
          </a:p>
        </p:txBody>
      </p:sp>
      <p:sp>
        <p:nvSpPr>
          <p:cNvPr id="24" name="TextBox 30">
            <a:extLst>
              <a:ext uri="{FF2B5EF4-FFF2-40B4-BE49-F238E27FC236}">
                <a16:creationId xmlns:a16="http://schemas.microsoft.com/office/drawing/2014/main" id="{759F1167-FF75-720D-C6AE-096ACB3715A0}"/>
              </a:ext>
            </a:extLst>
          </p:cNvPr>
          <p:cNvSpPr txBox="1"/>
          <p:nvPr/>
        </p:nvSpPr>
        <p:spPr>
          <a:xfrm>
            <a:off x="9761932" y="3509379"/>
            <a:ext cx="1502538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/>
            <a:r>
              <a:rPr lang="es-ES_tradnl" dirty="0" err="1"/>
              <a:t>release</a:t>
            </a:r>
            <a:r>
              <a:rPr lang="es-ES_tradnl" dirty="0"/>
              <a:t> </a:t>
            </a:r>
            <a:r>
              <a:rPr lang="es-ES_tradnl" dirty="0" err="1"/>
              <a:t>branch</a:t>
            </a:r>
            <a:endParaRPr lang="es-ES_tradnl" dirty="0"/>
          </a:p>
        </p:txBody>
      </p:sp>
      <p:cxnSp>
        <p:nvCxnSpPr>
          <p:cNvPr id="9639" name="LineBasicDefault 14">
            <a:extLst>
              <a:ext uri="{FF2B5EF4-FFF2-40B4-BE49-F238E27FC236}">
                <a16:creationId xmlns:a16="http://schemas.microsoft.com/office/drawing/2014/main" id="{7C912396-A94F-6781-3594-A67B12FA0FAA}"/>
              </a:ext>
            </a:extLst>
          </p:cNvPr>
          <p:cNvCxnSpPr>
            <a:cxnSpLocks/>
          </p:cNvCxnSpPr>
          <p:nvPr>
            <p:custDataLst>
              <p:tags r:id="rId4"/>
            </p:custDataLst>
          </p:nvPr>
        </p:nvCxnSpPr>
        <p:spPr>
          <a:xfrm flipH="1">
            <a:off x="1824106" y="5673234"/>
            <a:ext cx="9805926" cy="0"/>
          </a:xfrm>
          <a:prstGeom prst="straightConnector1">
            <a:avLst/>
          </a:prstGeom>
          <a:ln w="6350" cap="flat">
            <a:solidFill>
              <a:srgbClr val="7F7F7F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40" name="TextBox 32">
            <a:extLst>
              <a:ext uri="{FF2B5EF4-FFF2-40B4-BE49-F238E27FC236}">
                <a16:creationId xmlns:a16="http://schemas.microsoft.com/office/drawing/2014/main" id="{0247F56A-2469-7C78-9DA2-B08CB04F9B39}"/>
              </a:ext>
            </a:extLst>
          </p:cNvPr>
          <p:cNvSpPr txBox="1"/>
          <p:nvPr/>
        </p:nvSpPr>
        <p:spPr>
          <a:xfrm>
            <a:off x="2028570" y="4211286"/>
            <a:ext cx="2996806" cy="11541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1"/>
            <a:r>
              <a:rPr lang="es-ES_tradnl" sz="1400" dirty="0"/>
              <a:t>Implementación de funcionalidad requerida.</a:t>
            </a:r>
          </a:p>
          <a:p>
            <a:pPr lvl="1"/>
            <a:r>
              <a:rPr lang="es-ES_tradnl" sz="1400" dirty="0"/>
              <a:t>Pruebas de casos de uso principales.</a:t>
            </a:r>
          </a:p>
          <a:p>
            <a:pPr lvl="1"/>
            <a:r>
              <a:rPr lang="es-ES_tradnl" sz="1400" dirty="0" err="1"/>
              <a:t>Unit</a:t>
            </a:r>
            <a:r>
              <a:rPr lang="es-ES_tradnl" sz="1400" dirty="0"/>
              <a:t> Test, E2E </a:t>
            </a:r>
            <a:r>
              <a:rPr lang="es-ES_tradnl" sz="1400" dirty="0" err="1"/>
              <a:t>Tests</a:t>
            </a:r>
            <a:endParaRPr lang="es-ES_tradnl" sz="1400" dirty="0"/>
          </a:p>
        </p:txBody>
      </p:sp>
      <p:sp>
        <p:nvSpPr>
          <p:cNvPr id="9643" name="TextBox 33">
            <a:extLst>
              <a:ext uri="{FF2B5EF4-FFF2-40B4-BE49-F238E27FC236}">
                <a16:creationId xmlns:a16="http://schemas.microsoft.com/office/drawing/2014/main" id="{8534AB24-F9FF-95F2-EFF0-D1716A707398}"/>
              </a:ext>
            </a:extLst>
          </p:cNvPr>
          <p:cNvSpPr txBox="1"/>
          <p:nvPr/>
        </p:nvSpPr>
        <p:spPr>
          <a:xfrm>
            <a:off x="5257980" y="4195250"/>
            <a:ext cx="2996806" cy="6848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1"/>
            <a:r>
              <a:rPr lang="es-ES_tradnl" sz="1400" dirty="0"/>
              <a:t>Pruebas funcionales en base a casos de uso.</a:t>
            </a:r>
          </a:p>
          <a:p>
            <a:pPr lvl="1"/>
            <a:r>
              <a:rPr lang="es-ES_tradnl" sz="1400" dirty="0"/>
              <a:t>Pruebas de performance. *</a:t>
            </a:r>
          </a:p>
        </p:txBody>
      </p:sp>
      <p:sp>
        <p:nvSpPr>
          <p:cNvPr id="9644" name="TextBox 34">
            <a:extLst>
              <a:ext uri="{FF2B5EF4-FFF2-40B4-BE49-F238E27FC236}">
                <a16:creationId xmlns:a16="http://schemas.microsoft.com/office/drawing/2014/main" id="{1F540E50-B280-5F60-B7F0-88C304075331}"/>
              </a:ext>
            </a:extLst>
          </p:cNvPr>
          <p:cNvSpPr txBox="1"/>
          <p:nvPr/>
        </p:nvSpPr>
        <p:spPr>
          <a:xfrm>
            <a:off x="5315575" y="5105851"/>
            <a:ext cx="2423896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s-ES_tradnl" sz="1200" b="1" dirty="0"/>
              <a:t>Validaciones por parte del equipo de QA</a:t>
            </a:r>
          </a:p>
        </p:txBody>
      </p:sp>
      <p:sp>
        <p:nvSpPr>
          <p:cNvPr id="9645" name="TextBox 35">
            <a:extLst>
              <a:ext uri="{FF2B5EF4-FFF2-40B4-BE49-F238E27FC236}">
                <a16:creationId xmlns:a16="http://schemas.microsoft.com/office/drawing/2014/main" id="{5F1B43FF-E2F5-FFAC-9D36-B81355F63A4E}"/>
              </a:ext>
            </a:extLst>
          </p:cNvPr>
          <p:cNvSpPr txBox="1"/>
          <p:nvPr/>
        </p:nvSpPr>
        <p:spPr>
          <a:xfrm>
            <a:off x="9014798" y="4217488"/>
            <a:ext cx="2996806" cy="11541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1"/>
            <a:r>
              <a:rPr lang="es-ES_tradnl" sz="1400" dirty="0"/>
              <a:t>Pruebas </a:t>
            </a:r>
            <a:r>
              <a:rPr lang="es-ES_tradnl" sz="1400" dirty="0" err="1"/>
              <a:t>smoke</a:t>
            </a:r>
            <a:r>
              <a:rPr lang="es-ES_tradnl" sz="1400" dirty="0"/>
              <a:t> test para validar correcto funcionamiento.</a:t>
            </a:r>
          </a:p>
          <a:p>
            <a:pPr lvl="1"/>
            <a:r>
              <a:rPr lang="es-ES_tradnl" sz="1400" dirty="0" err="1"/>
              <a:t>Rollout</a:t>
            </a:r>
            <a:r>
              <a:rPr lang="es-ES_tradnl" sz="1400" dirty="0"/>
              <a:t> de funcionalidad dependiendo de impacto.</a:t>
            </a:r>
          </a:p>
          <a:p>
            <a:pPr lvl="1"/>
            <a:r>
              <a:rPr lang="es-ES_tradnl" sz="1400" dirty="0"/>
              <a:t>Funcionalidad completa</a:t>
            </a:r>
          </a:p>
        </p:txBody>
      </p:sp>
      <p:sp>
        <p:nvSpPr>
          <p:cNvPr id="9646" name="TextBox 36">
            <a:extLst>
              <a:ext uri="{FF2B5EF4-FFF2-40B4-BE49-F238E27FC236}">
                <a16:creationId xmlns:a16="http://schemas.microsoft.com/office/drawing/2014/main" id="{8C381804-6EBF-8BB3-BAB0-F0250D40DB9F}"/>
              </a:ext>
            </a:extLst>
          </p:cNvPr>
          <p:cNvSpPr txBox="1"/>
          <p:nvPr/>
        </p:nvSpPr>
        <p:spPr>
          <a:xfrm>
            <a:off x="5301354" y="5889335"/>
            <a:ext cx="2996806" cy="11926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1"/>
            <a:r>
              <a:rPr lang="es-ES_tradnl" sz="1400" dirty="0"/>
              <a:t>Pruebas funcionales en base a casos de uso exitosas.</a:t>
            </a:r>
          </a:p>
          <a:p>
            <a:pPr lvl="1"/>
            <a:r>
              <a:rPr lang="es-ES_tradnl" sz="1400" dirty="0"/>
              <a:t>Pruebas de performance exitosas.</a:t>
            </a:r>
          </a:p>
          <a:p>
            <a:pPr lvl="1"/>
            <a:r>
              <a:rPr lang="es-ES_tradnl" sz="1400" dirty="0"/>
              <a:t>Aprobación de Líder Técnico</a:t>
            </a:r>
          </a:p>
          <a:p>
            <a:pPr lvl="1"/>
            <a:endParaRPr lang="es-ES_tradnl" sz="1400" dirty="0"/>
          </a:p>
        </p:txBody>
      </p:sp>
      <p:sp>
        <p:nvSpPr>
          <p:cNvPr id="9648" name="TextBox 40">
            <a:extLst>
              <a:ext uri="{FF2B5EF4-FFF2-40B4-BE49-F238E27FC236}">
                <a16:creationId xmlns:a16="http://schemas.microsoft.com/office/drawing/2014/main" id="{F885A171-3B73-B7C6-13B5-123E7ADC15AC}"/>
              </a:ext>
            </a:extLst>
          </p:cNvPr>
          <p:cNvSpPr txBox="1"/>
          <p:nvPr/>
        </p:nvSpPr>
        <p:spPr>
          <a:xfrm>
            <a:off x="2028429" y="5924345"/>
            <a:ext cx="2996806" cy="9387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1"/>
            <a:r>
              <a:rPr lang="es-ES_tradnl" sz="1400" dirty="0"/>
              <a:t>Creación de </a:t>
            </a:r>
            <a:r>
              <a:rPr lang="es-ES_tradnl" sz="1400" dirty="0" err="1"/>
              <a:t>Pull</a:t>
            </a:r>
            <a:r>
              <a:rPr lang="es-ES_tradnl" sz="1400" dirty="0"/>
              <a:t> Request.</a:t>
            </a:r>
          </a:p>
          <a:p>
            <a:pPr lvl="1"/>
            <a:r>
              <a:rPr lang="es-ES_tradnl" sz="1400" dirty="0"/>
              <a:t>Validación de pares.</a:t>
            </a:r>
          </a:p>
          <a:p>
            <a:pPr lvl="1"/>
            <a:r>
              <a:rPr lang="es-ES_tradnl" sz="1400" dirty="0"/>
              <a:t>Validación por parte de líder técnico del equipo.</a:t>
            </a:r>
          </a:p>
        </p:txBody>
      </p:sp>
    </p:spTree>
    <p:extLst>
      <p:ext uri="{BB962C8B-B14F-4D97-AF65-F5344CB8AC3E}">
        <p14:creationId xmlns:p14="http://schemas.microsoft.com/office/powerpoint/2010/main" val="10817638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 rot="-10800000">
            <a:off x="7548311" y="-643714"/>
            <a:ext cx="7895701" cy="10287000"/>
            <a:chOff x="0" y="0"/>
            <a:chExt cx="2079525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79525" cy="2709333"/>
            </a:xfrm>
            <a:custGeom>
              <a:avLst/>
              <a:gdLst/>
              <a:ahLst/>
              <a:cxnLst/>
              <a:rect l="l" t="t" r="r" b="b"/>
              <a:pathLst>
                <a:path w="2079525" h="2709333">
                  <a:moveTo>
                    <a:pt x="0" y="0"/>
                  </a:moveTo>
                  <a:lnTo>
                    <a:pt x="2079525" y="0"/>
                  </a:lnTo>
                  <a:lnTo>
                    <a:pt x="2079525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6B1374">
                    <a:alpha val="100000"/>
                  </a:srgbClr>
                </a:gs>
                <a:gs pos="33333">
                  <a:srgbClr val="700A89">
                    <a:alpha val="100000"/>
                  </a:srgbClr>
                </a:gs>
                <a:gs pos="66667">
                  <a:srgbClr val="C20052">
                    <a:alpha val="100000"/>
                  </a:srgbClr>
                </a:gs>
                <a:gs pos="100000">
                  <a:srgbClr val="FF0055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s-CO" sz="1501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079525" cy="2747433"/>
            </a:xfrm>
            <a:prstGeom prst="rect">
              <a:avLst/>
            </a:prstGeom>
          </p:spPr>
          <p:txBody>
            <a:bodyPr lIns="50806" tIns="50806" rIns="50806" bIns="50806" rtlCol="0" anchor="ctr"/>
            <a:lstStyle/>
            <a:p>
              <a:pPr algn="ctr">
                <a:lnSpc>
                  <a:spcPts val="2656"/>
                </a:lnSpc>
                <a:spcBef>
                  <a:spcPct val="0"/>
                </a:spcBef>
              </a:pPr>
              <a:endParaRPr sz="1501"/>
            </a:p>
          </p:txBody>
        </p:sp>
      </p:grpSp>
      <p:sp>
        <p:nvSpPr>
          <p:cNvPr id="6" name="Freeform 6"/>
          <p:cNvSpPr/>
          <p:nvPr/>
        </p:nvSpPr>
        <p:spPr>
          <a:xfrm>
            <a:off x="6718654" y="4309819"/>
            <a:ext cx="4777514" cy="4687936"/>
          </a:xfrm>
          <a:custGeom>
            <a:avLst/>
            <a:gdLst/>
            <a:ahLst/>
            <a:cxnLst/>
            <a:rect l="l" t="t" r="r" b="b"/>
            <a:pathLst>
              <a:path w="4777510" h="4687932">
                <a:moveTo>
                  <a:pt x="0" y="0"/>
                </a:moveTo>
                <a:lnTo>
                  <a:pt x="4777511" y="0"/>
                </a:lnTo>
                <a:lnTo>
                  <a:pt x="4777511" y="4687932"/>
                </a:lnTo>
                <a:lnTo>
                  <a:pt x="0" y="46879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 sz="1501"/>
          </a:p>
        </p:txBody>
      </p:sp>
      <p:sp>
        <p:nvSpPr>
          <p:cNvPr id="7" name="Freeform 7"/>
          <p:cNvSpPr/>
          <p:nvPr/>
        </p:nvSpPr>
        <p:spPr>
          <a:xfrm rot="-10800000">
            <a:off x="11496168" y="-188141"/>
            <a:ext cx="4777514" cy="4687936"/>
          </a:xfrm>
          <a:custGeom>
            <a:avLst/>
            <a:gdLst/>
            <a:ahLst/>
            <a:cxnLst/>
            <a:rect l="l" t="t" r="r" b="b"/>
            <a:pathLst>
              <a:path w="4777510" h="4687932">
                <a:moveTo>
                  <a:pt x="0" y="0"/>
                </a:moveTo>
                <a:lnTo>
                  <a:pt x="4777510" y="0"/>
                </a:lnTo>
                <a:lnTo>
                  <a:pt x="4777510" y="4687932"/>
                </a:lnTo>
                <a:lnTo>
                  <a:pt x="0" y="46879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 sz="1501"/>
          </a:p>
        </p:txBody>
      </p:sp>
      <p:grpSp>
        <p:nvGrpSpPr>
          <p:cNvPr id="8" name="Group 8"/>
          <p:cNvGrpSpPr/>
          <p:nvPr/>
        </p:nvGrpSpPr>
        <p:grpSpPr>
          <a:xfrm rot="1460314">
            <a:off x="8156961" y="3944254"/>
            <a:ext cx="7356554" cy="1249124"/>
            <a:chOff x="0" y="0"/>
            <a:chExt cx="1937529" cy="32898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37528" cy="328988"/>
            </a:xfrm>
            <a:custGeom>
              <a:avLst/>
              <a:gdLst/>
              <a:ahLst/>
              <a:cxnLst/>
              <a:rect l="l" t="t" r="r" b="b"/>
              <a:pathLst>
                <a:path w="1937528" h="328988">
                  <a:moveTo>
                    <a:pt x="105238" y="0"/>
                  </a:moveTo>
                  <a:lnTo>
                    <a:pt x="1832290" y="0"/>
                  </a:lnTo>
                  <a:cubicBezTo>
                    <a:pt x="1860201" y="0"/>
                    <a:pt x="1886969" y="11088"/>
                    <a:pt x="1906705" y="30824"/>
                  </a:cubicBezTo>
                  <a:cubicBezTo>
                    <a:pt x="1926441" y="50560"/>
                    <a:pt x="1937528" y="77327"/>
                    <a:pt x="1937528" y="105238"/>
                  </a:cubicBezTo>
                  <a:lnTo>
                    <a:pt x="1937528" y="223749"/>
                  </a:lnTo>
                  <a:cubicBezTo>
                    <a:pt x="1937528" y="281871"/>
                    <a:pt x="1890412" y="328988"/>
                    <a:pt x="1832290" y="328988"/>
                  </a:cubicBezTo>
                  <a:lnTo>
                    <a:pt x="105238" y="328988"/>
                  </a:lnTo>
                  <a:cubicBezTo>
                    <a:pt x="77327" y="328988"/>
                    <a:pt x="50560" y="317900"/>
                    <a:pt x="30824" y="298164"/>
                  </a:cubicBezTo>
                  <a:cubicBezTo>
                    <a:pt x="11088" y="278428"/>
                    <a:pt x="0" y="251660"/>
                    <a:pt x="0" y="223749"/>
                  </a:cubicBezTo>
                  <a:lnTo>
                    <a:pt x="0" y="105238"/>
                  </a:lnTo>
                  <a:cubicBezTo>
                    <a:pt x="0" y="47117"/>
                    <a:pt x="47117" y="0"/>
                    <a:pt x="105238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O" sz="1501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937529" cy="367088"/>
            </a:xfrm>
            <a:prstGeom prst="rect">
              <a:avLst/>
            </a:prstGeom>
          </p:spPr>
          <p:txBody>
            <a:bodyPr lIns="50806" tIns="50806" rIns="50806" bIns="50806" rtlCol="0" anchor="ctr"/>
            <a:lstStyle/>
            <a:p>
              <a:pPr algn="ctr">
                <a:lnSpc>
                  <a:spcPts val="2656"/>
                </a:lnSpc>
              </a:pPr>
              <a:endParaRPr sz="1501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27268" y="2530677"/>
            <a:ext cx="6434233" cy="2520105"/>
            <a:chOff x="0" y="0"/>
            <a:chExt cx="8578979" cy="3360133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8578979" cy="3360133"/>
              <a:chOff x="0" y="0"/>
              <a:chExt cx="582801" cy="22826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82801" cy="228266"/>
              </a:xfrm>
              <a:custGeom>
                <a:avLst/>
                <a:gdLst/>
                <a:ahLst/>
                <a:cxnLst/>
                <a:rect l="l" t="t" r="r" b="b"/>
                <a:pathLst>
                  <a:path w="582801" h="228266">
                    <a:moveTo>
                      <a:pt x="87467" y="0"/>
                    </a:moveTo>
                    <a:lnTo>
                      <a:pt x="495335" y="0"/>
                    </a:lnTo>
                    <a:cubicBezTo>
                      <a:pt x="543641" y="0"/>
                      <a:pt x="582801" y="39160"/>
                      <a:pt x="582801" y="87467"/>
                    </a:cubicBezTo>
                    <a:lnTo>
                      <a:pt x="582801" y="140800"/>
                    </a:lnTo>
                    <a:cubicBezTo>
                      <a:pt x="582801" y="189106"/>
                      <a:pt x="543641" y="228266"/>
                      <a:pt x="495335" y="228266"/>
                    </a:cubicBezTo>
                    <a:lnTo>
                      <a:pt x="87467" y="228266"/>
                    </a:lnTo>
                    <a:cubicBezTo>
                      <a:pt x="39160" y="228266"/>
                      <a:pt x="0" y="189106"/>
                      <a:pt x="0" y="140800"/>
                    </a:cubicBezTo>
                    <a:lnTo>
                      <a:pt x="0" y="87467"/>
                    </a:lnTo>
                    <a:cubicBezTo>
                      <a:pt x="0" y="39160"/>
                      <a:pt x="39160" y="0"/>
                      <a:pt x="87467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gradFill>
                  <a:gsLst>
                    <a:gs pos="0">
                      <a:srgbClr val="6B1374">
                        <a:alpha val="100000"/>
                      </a:srgbClr>
                    </a:gs>
                    <a:gs pos="33333">
                      <a:srgbClr val="700A89">
                        <a:alpha val="100000"/>
                      </a:srgbClr>
                    </a:gs>
                    <a:gs pos="66667">
                      <a:srgbClr val="C20052">
                        <a:alpha val="100000"/>
                      </a:srgbClr>
                    </a:gs>
                    <a:gs pos="100000">
                      <a:srgbClr val="FF0055">
                        <a:alpha val="100000"/>
                      </a:srgbClr>
                    </a:gs>
                  </a:gsLst>
                  <a:lin ang="2700000"/>
                </a:gradFill>
                <a:prstDash val="solid"/>
                <a:round/>
              </a:ln>
            </p:spPr>
            <p:txBody>
              <a:bodyPr/>
              <a:lstStyle/>
              <a:p>
                <a:endParaRPr lang="es-CO" sz="1501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582801" cy="266366"/>
              </a:xfrm>
              <a:prstGeom prst="rect">
                <a:avLst/>
              </a:prstGeom>
            </p:spPr>
            <p:txBody>
              <a:bodyPr lIns="50806" tIns="50806" rIns="50806" bIns="50806" rtlCol="0" anchor="ctr"/>
              <a:lstStyle/>
              <a:p>
                <a:pPr algn="ctr">
                  <a:lnSpc>
                    <a:spcPts val="2656"/>
                  </a:lnSpc>
                </a:pPr>
                <a:endParaRPr sz="1501"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355299" y="630419"/>
              <a:ext cx="7868375" cy="19845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321"/>
                </a:lnSpc>
              </a:pPr>
              <a:r>
                <a:rPr lang="en-US" sz="1604" dirty="0">
                  <a:solidFill>
                    <a:srgbClr val="1F1F1D"/>
                  </a:solidFill>
                  <a:latin typeface="Poppins 2"/>
                  <a:ea typeface="Poppins 2"/>
                  <a:cs typeface="Poppins 2"/>
                  <a:sym typeface="Poppins 2"/>
                </a:rPr>
                <a:t>Juan Esteban Mejía Velásquez</a:t>
              </a:r>
            </a:p>
            <a:p>
              <a:pPr algn="ctr">
                <a:lnSpc>
                  <a:spcPts val="3600"/>
                </a:lnSpc>
              </a:pPr>
              <a:r>
                <a:rPr lang="en-US" sz="1993" dirty="0" err="1">
                  <a:solidFill>
                    <a:srgbClr val="1F1F1D"/>
                  </a:solidFill>
                  <a:latin typeface="Poppins 3"/>
                  <a:ea typeface="Poppins 3"/>
                  <a:cs typeface="Poppins 3"/>
                  <a:sym typeface="Poppins 3"/>
                </a:rPr>
                <a:t>Docente</a:t>
              </a:r>
              <a:endParaRPr lang="en-US" sz="1993" dirty="0">
                <a:solidFill>
                  <a:srgbClr val="1F1F1D"/>
                </a:solidFill>
                <a:latin typeface="Poppins 3"/>
                <a:ea typeface="Poppins 3"/>
                <a:cs typeface="Poppins 3"/>
                <a:sym typeface="Poppins 3"/>
              </a:endParaRPr>
            </a:p>
            <a:p>
              <a:pPr algn="ctr">
                <a:lnSpc>
                  <a:spcPts val="4321"/>
                </a:lnSpc>
              </a:pPr>
              <a:r>
                <a:rPr lang="en-US" sz="1604" u="sng" dirty="0">
                  <a:solidFill>
                    <a:srgbClr val="1F1F1D"/>
                  </a:solidFill>
                  <a:latin typeface="Poppins 3"/>
                  <a:ea typeface="Poppins 3"/>
                  <a:cs typeface="Poppins 3"/>
                  <a:sym typeface="Poppins 3"/>
                  <a:hlinkClick r:id="rId4" tooltip="mailto:eduardo.tamayo@enyoi.co"/>
                </a:rPr>
                <a:t>Nombre.apellido@enyoi.co</a:t>
              </a:r>
            </a:p>
          </p:txBody>
        </p:sp>
      </p:grpSp>
      <p:sp>
        <p:nvSpPr>
          <p:cNvPr id="16" name="Freeform 16">
            <a:hlinkClick r:id="rId5" tooltip="https://wa.me/573206649412"/>
          </p:cNvPr>
          <p:cNvSpPr/>
          <p:nvPr/>
        </p:nvSpPr>
        <p:spPr>
          <a:xfrm>
            <a:off x="646649" y="6370259"/>
            <a:ext cx="360001" cy="332550"/>
          </a:xfrm>
          <a:custGeom>
            <a:avLst/>
            <a:gdLst/>
            <a:ahLst/>
            <a:cxnLst/>
            <a:rect l="l" t="t" r="r" b="b"/>
            <a:pathLst>
              <a:path w="360000" h="332550">
                <a:moveTo>
                  <a:pt x="0" y="0"/>
                </a:moveTo>
                <a:lnTo>
                  <a:pt x="360000" y="0"/>
                </a:lnTo>
                <a:lnTo>
                  <a:pt x="360000" y="332550"/>
                </a:lnTo>
                <a:lnTo>
                  <a:pt x="0" y="3325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 sz="1501"/>
          </a:p>
        </p:txBody>
      </p:sp>
      <p:sp>
        <p:nvSpPr>
          <p:cNvPr id="17" name="Freeform 17">
            <a:hlinkClick r:id="rId8" tooltip="https://www.instagram.com/enyoi.co/"/>
          </p:cNvPr>
          <p:cNvSpPr/>
          <p:nvPr/>
        </p:nvSpPr>
        <p:spPr>
          <a:xfrm>
            <a:off x="4206724" y="6329845"/>
            <a:ext cx="360001" cy="360001"/>
          </a:xfrm>
          <a:custGeom>
            <a:avLst/>
            <a:gdLst/>
            <a:ahLst/>
            <a:cxnLst/>
            <a:rect l="l" t="t" r="r" b="b"/>
            <a:pathLst>
              <a:path w="360000" h="360000">
                <a:moveTo>
                  <a:pt x="0" y="0"/>
                </a:moveTo>
                <a:lnTo>
                  <a:pt x="360000" y="0"/>
                </a:lnTo>
                <a:lnTo>
                  <a:pt x="360000" y="360000"/>
                </a:lnTo>
                <a:lnTo>
                  <a:pt x="0" y="3600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 sz="1501"/>
          </a:p>
        </p:txBody>
      </p:sp>
      <p:sp>
        <p:nvSpPr>
          <p:cNvPr id="18" name="Freeform 18">
            <a:hlinkClick r:id="rId11" tooltip="http://www.enyoi.co"/>
          </p:cNvPr>
          <p:cNvSpPr/>
          <p:nvPr/>
        </p:nvSpPr>
        <p:spPr>
          <a:xfrm>
            <a:off x="4223854" y="6939865"/>
            <a:ext cx="360001" cy="360001"/>
          </a:xfrm>
          <a:custGeom>
            <a:avLst/>
            <a:gdLst/>
            <a:ahLst/>
            <a:cxnLst/>
            <a:rect l="l" t="t" r="r" b="b"/>
            <a:pathLst>
              <a:path w="360000" h="360000">
                <a:moveTo>
                  <a:pt x="0" y="0"/>
                </a:moveTo>
                <a:lnTo>
                  <a:pt x="360000" y="0"/>
                </a:lnTo>
                <a:lnTo>
                  <a:pt x="360000" y="360000"/>
                </a:lnTo>
                <a:lnTo>
                  <a:pt x="0" y="3600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 sz="1501"/>
          </a:p>
        </p:txBody>
      </p:sp>
      <p:sp>
        <p:nvSpPr>
          <p:cNvPr id="19" name="Freeform 19"/>
          <p:cNvSpPr/>
          <p:nvPr/>
        </p:nvSpPr>
        <p:spPr>
          <a:xfrm>
            <a:off x="674221" y="6977446"/>
            <a:ext cx="332431" cy="332431"/>
          </a:xfrm>
          <a:custGeom>
            <a:avLst/>
            <a:gdLst/>
            <a:ahLst/>
            <a:cxnLst/>
            <a:rect l="l" t="t" r="r" b="b"/>
            <a:pathLst>
              <a:path w="332423" h="332422">
                <a:moveTo>
                  <a:pt x="0" y="0"/>
                </a:moveTo>
                <a:lnTo>
                  <a:pt x="332423" y="0"/>
                </a:lnTo>
                <a:lnTo>
                  <a:pt x="332423" y="332423"/>
                </a:lnTo>
                <a:lnTo>
                  <a:pt x="0" y="33242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s-CO" sz="1501"/>
          </a:p>
        </p:txBody>
      </p:sp>
      <p:sp>
        <p:nvSpPr>
          <p:cNvPr id="20" name="TextBox 20"/>
          <p:cNvSpPr txBox="1"/>
          <p:nvPr/>
        </p:nvSpPr>
        <p:spPr>
          <a:xfrm>
            <a:off x="4662793" y="6930992"/>
            <a:ext cx="1721055" cy="35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4"/>
              </a:lnSpc>
            </a:pPr>
            <a:r>
              <a:rPr lang="en-US" sz="1993">
                <a:solidFill>
                  <a:srgbClr val="1F1F1D"/>
                </a:solidFill>
                <a:latin typeface="Poppins 3"/>
                <a:ea typeface="Poppins 3"/>
                <a:cs typeface="Poppins 3"/>
                <a:sym typeface="Poppins 3"/>
                <a:hlinkClick r:id="rId11" tooltip="http://www.enyoi.co"/>
              </a:rPr>
              <a:t>www.enyoi.co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661509" y="6320967"/>
            <a:ext cx="1048050" cy="35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4"/>
              </a:lnSpc>
            </a:pPr>
            <a:r>
              <a:rPr lang="en-US" sz="1993" dirty="0">
                <a:solidFill>
                  <a:srgbClr val="1F1F1D"/>
                </a:solidFill>
                <a:latin typeface="Poppins 3"/>
                <a:ea typeface="Poppins 3"/>
                <a:cs typeface="Poppins 3"/>
                <a:sym typeface="Poppins 3"/>
                <a:hlinkClick r:id="rId8" tooltip="https://www.instagram.com/enyoi.co/"/>
              </a:rPr>
              <a:t>enyoi.co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98245" y="6360140"/>
            <a:ext cx="2467846" cy="3718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04"/>
              </a:lnSpc>
            </a:pPr>
            <a:r>
              <a:rPr lang="en-US" sz="1993" dirty="0">
                <a:solidFill>
                  <a:srgbClr val="1F1F1D"/>
                </a:solidFill>
                <a:latin typeface="Poppins 3"/>
                <a:ea typeface="Poppins 3"/>
                <a:cs typeface="Poppins 3"/>
                <a:sym typeface="Poppins 3"/>
                <a:hlinkClick r:id="rId5" tooltip="https://wa.me/573206649412"/>
              </a:rPr>
              <a:t>+57 3016736729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98167" y="6970162"/>
            <a:ext cx="1048050" cy="35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4"/>
              </a:lnSpc>
            </a:pPr>
            <a:r>
              <a:rPr lang="en-US" sz="1993">
                <a:solidFill>
                  <a:srgbClr val="1F1F1D"/>
                </a:solidFill>
                <a:latin typeface="Poppins 3"/>
                <a:ea typeface="Poppins 3"/>
                <a:cs typeface="Poppins 3"/>
                <a:sym typeface="Poppins 3"/>
                <a:hlinkClick r:id="rId15" tooltip="https://www.tiktok.com/@enyoi.co"/>
              </a:rPr>
              <a:t>enyoi.co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646657" y="6843728"/>
            <a:ext cx="2744744" cy="47627"/>
            <a:chOff x="0" y="0"/>
            <a:chExt cx="722896" cy="12543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722896" cy="12543"/>
            </a:xfrm>
            <a:custGeom>
              <a:avLst/>
              <a:gdLst/>
              <a:ahLst/>
              <a:cxnLst/>
              <a:rect l="l" t="t" r="r" b="b"/>
              <a:pathLst>
                <a:path w="722896" h="12543">
                  <a:moveTo>
                    <a:pt x="6272" y="0"/>
                  </a:moveTo>
                  <a:lnTo>
                    <a:pt x="716624" y="0"/>
                  </a:lnTo>
                  <a:cubicBezTo>
                    <a:pt x="718288" y="0"/>
                    <a:pt x="719883" y="661"/>
                    <a:pt x="721059" y="1837"/>
                  </a:cubicBezTo>
                  <a:cubicBezTo>
                    <a:pt x="722235" y="3013"/>
                    <a:pt x="722896" y="4608"/>
                    <a:pt x="722896" y="6272"/>
                  </a:cubicBezTo>
                  <a:lnTo>
                    <a:pt x="722896" y="6272"/>
                  </a:lnTo>
                  <a:cubicBezTo>
                    <a:pt x="722896" y="7935"/>
                    <a:pt x="722235" y="9530"/>
                    <a:pt x="721059" y="10706"/>
                  </a:cubicBezTo>
                  <a:cubicBezTo>
                    <a:pt x="719883" y="11882"/>
                    <a:pt x="718288" y="12543"/>
                    <a:pt x="716624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B1374">
                    <a:alpha val="100000"/>
                  </a:srgbClr>
                </a:gs>
                <a:gs pos="33333">
                  <a:srgbClr val="700A89">
                    <a:alpha val="100000"/>
                  </a:srgbClr>
                </a:gs>
                <a:gs pos="66667">
                  <a:srgbClr val="C20052">
                    <a:alpha val="100000"/>
                  </a:srgbClr>
                </a:gs>
                <a:gs pos="100000">
                  <a:srgbClr val="FF005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 sz="1501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722896" cy="50643"/>
            </a:xfrm>
            <a:prstGeom prst="rect">
              <a:avLst/>
            </a:prstGeom>
          </p:spPr>
          <p:txBody>
            <a:bodyPr lIns="50806" tIns="50806" rIns="50806" bIns="50806" rtlCol="0" anchor="ctr"/>
            <a:lstStyle/>
            <a:p>
              <a:pPr algn="ctr">
                <a:lnSpc>
                  <a:spcPts val="2656"/>
                </a:lnSpc>
              </a:pPr>
              <a:endParaRPr sz="1501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206717" y="6804560"/>
            <a:ext cx="2744744" cy="47627"/>
            <a:chOff x="0" y="0"/>
            <a:chExt cx="722896" cy="12543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722896" cy="12543"/>
            </a:xfrm>
            <a:custGeom>
              <a:avLst/>
              <a:gdLst/>
              <a:ahLst/>
              <a:cxnLst/>
              <a:rect l="l" t="t" r="r" b="b"/>
              <a:pathLst>
                <a:path w="722896" h="12543">
                  <a:moveTo>
                    <a:pt x="6272" y="0"/>
                  </a:moveTo>
                  <a:lnTo>
                    <a:pt x="716624" y="0"/>
                  </a:lnTo>
                  <a:cubicBezTo>
                    <a:pt x="718288" y="0"/>
                    <a:pt x="719883" y="661"/>
                    <a:pt x="721059" y="1837"/>
                  </a:cubicBezTo>
                  <a:cubicBezTo>
                    <a:pt x="722235" y="3013"/>
                    <a:pt x="722896" y="4608"/>
                    <a:pt x="722896" y="6272"/>
                  </a:cubicBezTo>
                  <a:lnTo>
                    <a:pt x="722896" y="6272"/>
                  </a:lnTo>
                  <a:cubicBezTo>
                    <a:pt x="722896" y="7935"/>
                    <a:pt x="722235" y="9530"/>
                    <a:pt x="721059" y="10706"/>
                  </a:cubicBezTo>
                  <a:cubicBezTo>
                    <a:pt x="719883" y="11882"/>
                    <a:pt x="718288" y="12543"/>
                    <a:pt x="716624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B1374">
                    <a:alpha val="100000"/>
                  </a:srgbClr>
                </a:gs>
                <a:gs pos="33333">
                  <a:srgbClr val="700A89">
                    <a:alpha val="100000"/>
                  </a:srgbClr>
                </a:gs>
                <a:gs pos="66667">
                  <a:srgbClr val="C20052">
                    <a:alpha val="100000"/>
                  </a:srgbClr>
                </a:gs>
                <a:gs pos="100000">
                  <a:srgbClr val="FF005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 sz="1501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722896" cy="50643"/>
            </a:xfrm>
            <a:prstGeom prst="rect">
              <a:avLst/>
            </a:prstGeom>
          </p:spPr>
          <p:txBody>
            <a:bodyPr lIns="50806" tIns="50806" rIns="50806" bIns="50806" rtlCol="0" anchor="ctr"/>
            <a:lstStyle/>
            <a:p>
              <a:pPr algn="ctr">
                <a:lnSpc>
                  <a:spcPts val="2656"/>
                </a:lnSpc>
              </a:pPr>
              <a:endParaRPr sz="1501"/>
            </a:p>
          </p:txBody>
        </p:sp>
      </p:grpSp>
      <p:pic>
        <p:nvPicPr>
          <p:cNvPr id="30" name="Google Shape;88;g2d7c13286f8_0_89">
            <a:extLst>
              <a:ext uri="{FF2B5EF4-FFF2-40B4-BE49-F238E27FC236}">
                <a16:creationId xmlns:a16="http://schemas.microsoft.com/office/drawing/2014/main" id="{F3EF8E1B-3B38-49F0-B0E1-90804987FDB4}"/>
              </a:ext>
            </a:extLst>
          </p:cNvPr>
          <p:cNvPicPr preferRelativeResize="0"/>
          <p:nvPr/>
        </p:nvPicPr>
        <p:blipFill rotWithShape="1">
          <a:blip r:embed="rId16">
            <a:alphaModFix/>
          </a:blip>
          <a:srcRect l="53990" t="15859" r="8554" b="69322"/>
          <a:stretch/>
        </p:blipFill>
        <p:spPr>
          <a:xfrm>
            <a:off x="4480848" y="143278"/>
            <a:ext cx="2978936" cy="749432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Freeform 2">
            <a:extLst>
              <a:ext uri="{FF2B5EF4-FFF2-40B4-BE49-F238E27FC236}">
                <a16:creationId xmlns:a16="http://schemas.microsoft.com/office/drawing/2014/main" id="{8698B696-E24B-4998-B961-AC408298D752}"/>
              </a:ext>
            </a:extLst>
          </p:cNvPr>
          <p:cNvSpPr/>
          <p:nvPr/>
        </p:nvSpPr>
        <p:spPr>
          <a:xfrm>
            <a:off x="463297" y="195451"/>
            <a:ext cx="1709114" cy="726117"/>
          </a:xfrm>
          <a:custGeom>
            <a:avLst/>
            <a:gdLst/>
            <a:ahLst/>
            <a:cxnLst/>
            <a:rect l="l" t="t" r="r" b="b"/>
            <a:pathLst>
              <a:path w="3457174" h="1382870">
                <a:moveTo>
                  <a:pt x="0" y="0"/>
                </a:moveTo>
                <a:lnTo>
                  <a:pt x="3457174" y="0"/>
                </a:lnTo>
                <a:lnTo>
                  <a:pt x="3457174" y="1382870"/>
                </a:lnTo>
                <a:lnTo>
                  <a:pt x="0" y="138287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  <p:txBody>
          <a:bodyPr/>
          <a:lstStyle/>
          <a:p>
            <a:endParaRPr lang="es-CO" sz="1501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Default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Default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Default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Default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Default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Default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E0DDBAFD1725F409D01B56EA32EFDE3" ma:contentTypeVersion="7" ma:contentTypeDescription="Crear nuevo documento." ma:contentTypeScope="" ma:versionID="0e3a372f9aebe1af25825ebaa0c18744">
  <xsd:schema xmlns:xsd="http://www.w3.org/2001/XMLSchema" xmlns:xs="http://www.w3.org/2001/XMLSchema" xmlns:p="http://schemas.microsoft.com/office/2006/metadata/properties" xmlns:ns2="6c275f7e-0654-4a6d-8904-2cca8e28e712" xmlns:ns3="cd0e0202-030e-462a-aa27-6a6a82479e70" targetNamespace="http://schemas.microsoft.com/office/2006/metadata/properties" ma:root="true" ma:fieldsID="0eaab62a3d55c6ce655e721a70c7681c" ns2:_="" ns3:_="">
    <xsd:import namespace="6c275f7e-0654-4a6d-8904-2cca8e28e712"/>
    <xsd:import namespace="cd0e0202-030e-462a-aa27-6a6a82479e70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275f7e-0654-4a6d-8904-2cca8e28e712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Etiquetas de imagen" ma:readOnly="false" ma:fieldId="{5cf76f15-5ced-4ddc-b409-7134ff3c332f}" ma:taxonomyMulti="true" ma:sspId="39d08eb0-6654-4c6a-ad6e-6625fbda6bf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0e0202-030e-462a-aa27-6a6a82479e70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821bf81b-0d50-4df5-8eec-576b1a7382f6}" ma:internalName="TaxCatchAll" ma:showField="CatchAllData" ma:web="cd0e0202-030e-462a-aa27-6a6a82479e7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d0e0202-030e-462a-aa27-6a6a82479e70" xsi:nil="true"/>
    <lcf76f155ced4ddcb4097134ff3c332f xmlns="6c275f7e-0654-4a6d-8904-2cca8e28e712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CB2B6EA-D349-4B2F-B929-6B75BC50FCA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c275f7e-0654-4a6d-8904-2cca8e28e712"/>
    <ds:schemaRef ds:uri="cd0e0202-030e-462a-aa27-6a6a82479e7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6E0BB8D-833E-4C50-9216-ACEFA67B89FD}">
  <ds:schemaRefs>
    <ds:schemaRef ds:uri="http://purl.org/dc/dcmitype/"/>
    <ds:schemaRef ds:uri="http://schemas.microsoft.com/office/2006/metadata/properties"/>
    <ds:schemaRef ds:uri="http://purl.org/dc/terms/"/>
    <ds:schemaRef ds:uri="http://www.w3.org/XML/1998/namespace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cd0e0202-030e-462a-aa27-6a6a82479e70"/>
    <ds:schemaRef ds:uri="6c275f7e-0654-4a6d-8904-2cca8e28e712"/>
  </ds:schemaRefs>
</ds:datastoreItem>
</file>

<file path=customXml/itemProps3.xml><?xml version="1.0" encoding="utf-8"?>
<ds:datastoreItem xmlns:ds="http://schemas.openxmlformats.org/officeDocument/2006/customXml" ds:itemID="{5A23B340-D820-43E7-9E27-6EAE6AACC61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3285</TotalTime>
  <Words>1073</Words>
  <Application>Microsoft Office PowerPoint</Application>
  <PresentationFormat>Personalizado</PresentationFormat>
  <Paragraphs>229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22" baseType="lpstr">
      <vt:lpstr>Poppins 1 Bold</vt:lpstr>
      <vt:lpstr>Arial</vt:lpstr>
      <vt:lpstr>Poppins</vt:lpstr>
      <vt:lpstr>Poppins 2</vt:lpstr>
      <vt:lpstr>Courier New</vt:lpstr>
      <vt:lpstr>Segoe UI</vt:lpstr>
      <vt:lpstr>Poppins 3</vt:lpstr>
      <vt:lpstr>Open Sans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Enyoi ChildTech - Pitch final</dc:title>
  <dc:creator>Administrador</dc:creator>
  <cp:lastModifiedBy>Juan Esteban Mejia Velasquez</cp:lastModifiedBy>
  <cp:revision>17</cp:revision>
  <dcterms:created xsi:type="dcterms:W3CDTF">2006-08-16T00:00:00Z</dcterms:created>
  <dcterms:modified xsi:type="dcterms:W3CDTF">2025-11-20T12:54:01Z</dcterms:modified>
  <dc:identifier>DAGn2ZVma2Y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0x0101009E0DDBAFD1725F409D01B56EA32EFDE3</vt:lpwstr>
  </property>
  <property fmtid="{D5CDD505-2E9C-101B-9397-08002B2CF9AE}" pid="3" name="MediaServiceImageTags">
    <vt:lpwstr/>
  </property>
  <property fmtid="{D5CDD505-2E9C-101B-9397-08002B2CF9AE}" pid="4" name="xd_ProgID">
    <vt:lpwstr/>
  </property>
  <property fmtid="{D5CDD505-2E9C-101B-9397-08002B2CF9AE}" pid="5" name="ComplianceAssetId">
    <vt:lpwstr/>
  </property>
  <property fmtid="{D5CDD505-2E9C-101B-9397-08002B2CF9AE}" pid="6" name="TemplateUrl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  <property fmtid="{D5CDD505-2E9C-101B-9397-08002B2CF9AE}" pid="9" name="xd_Signature">
    <vt:bool>false</vt:bool>
  </property>
  <property fmtid="{D5CDD505-2E9C-101B-9397-08002B2CF9AE}" pid="10" name="GUID">
    <vt:lpwstr>5a9a97e6-a690-4e83-b95e-999d38ef2ce5</vt:lpwstr>
  </property>
  <property fmtid="{D5CDD505-2E9C-101B-9397-08002B2CF9AE}" pid="11" name="SharedWithUsers">
    <vt:lpwstr/>
  </property>
</Properties>
</file>